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9"/>
  </p:notesMasterIdLst>
  <p:sldIdLst>
    <p:sldId id="256" r:id="rId2"/>
    <p:sldId id="357" r:id="rId3"/>
    <p:sldId id="358" r:id="rId4"/>
    <p:sldId id="426" r:id="rId5"/>
    <p:sldId id="365" r:id="rId6"/>
    <p:sldId id="364" r:id="rId7"/>
    <p:sldId id="412" r:id="rId8"/>
    <p:sldId id="435" r:id="rId9"/>
    <p:sldId id="436" r:id="rId10"/>
    <p:sldId id="433" r:id="rId11"/>
    <p:sldId id="429" r:id="rId12"/>
    <p:sldId id="430" r:id="rId13"/>
    <p:sldId id="427" r:id="rId14"/>
    <p:sldId id="438" r:id="rId15"/>
    <p:sldId id="443" r:id="rId16"/>
    <p:sldId id="444" r:id="rId17"/>
    <p:sldId id="280" r:id="rId18"/>
  </p:sldIdLst>
  <p:sldSz cx="9144000" cy="5143500" type="screen16x9"/>
  <p:notesSz cx="6858000" cy="9144000"/>
  <p:embeddedFontLst>
    <p:embeddedFont>
      <p:font typeface="Advent Pro Light" panose="020B0604020202020204" charset="0"/>
      <p:regular r:id="rId20"/>
      <p:bold r:id="rId21"/>
    </p:embeddedFont>
    <p:embeddedFont>
      <p:font typeface="Anton" pitchFamily="2" charset="0"/>
      <p:regular r:id="rId22"/>
    </p:embeddedFont>
    <p:embeddedFont>
      <p:font typeface="Fira Sans Condensed Light" panose="020B0403050000020004" pitchFamily="34" charset="0"/>
      <p:regular r:id="rId23"/>
      <p:bold r:id="rId24"/>
      <p:italic r:id="rId25"/>
      <p:boldItalic r:id="rId26"/>
    </p:embeddedFont>
    <p:embeddedFont>
      <p:font typeface="Rajdhani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397FE-706D-4E7D-AA01-638484C1D090}">
  <a:tblStyle styleId="{95E397FE-706D-4E7D-AA01-638484C1D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7" autoAdjust="0"/>
    <p:restoredTop sz="90909" autoAdjust="0"/>
  </p:normalViewPr>
  <p:slideViewPr>
    <p:cSldViewPr snapToGrid="0">
      <p:cViewPr varScale="1">
        <p:scale>
          <a:sx n="82" d="100"/>
          <a:sy n="82" d="100"/>
        </p:scale>
        <p:origin x="1074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753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07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6308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0665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BAF0CDF4-050C-54FA-F302-B95C16CB3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49626E1F-9749-1BEF-C213-71B62DE89D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9D05167C-8977-D8CF-F3C9-FB2ADFD3B7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0327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0B0B3644-5560-6C3B-127D-FB7452199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FED83615-1EA4-7031-F15D-7F14E3AE2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AAD1B42D-26D4-27EE-BB49-08361BCC22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84497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BAF36046-404A-BC35-AC6E-39598685E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B6395D9B-91E7-1320-36A6-01108FA1E5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5A38EEF9-F33B-3D45-FC2C-49AEF95145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0547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C6A10F78-3E4A-C301-5A29-2E27F0A99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18714DBF-657C-CA79-8E09-C88078AE2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5942CF92-9F27-CDE4-F60F-2105226138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8818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41C11FDC-362C-F7AF-8789-2C9398758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83A9E02D-616A-5464-3A3F-1E5C67DB66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6B8E173C-725F-477E-5F51-ED3D581F17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5824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58D987D1-5C1E-4DDD-5257-78862A2E0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>
            <a:extLst>
              <a:ext uri="{FF2B5EF4-FFF2-40B4-BE49-F238E27FC236}">
                <a16:creationId xmlns:a16="http://schemas.microsoft.com/office/drawing/2014/main" id="{6CC4CDD9-0628-BFE3-8B13-1DDBCDC9FE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>
            <a:extLst>
              <a:ext uri="{FF2B5EF4-FFF2-40B4-BE49-F238E27FC236}">
                <a16:creationId xmlns:a16="http://schemas.microsoft.com/office/drawing/2014/main" id="{EAB5689B-6C6B-0ACB-7A72-3736EAE65C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24922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F1F8FF8B-B52F-A5C0-F5A7-0076413C9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33E9789E-9A29-389E-E234-F8E8C1A6C0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D1BC460A-B329-8571-CC60-2093D26B3A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591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9DE9D36F-A8D6-0733-E54E-8264F47EE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CA2086AA-AA3A-8BA3-66C4-F880C1FFBE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0FEDB0B8-7812-71E5-6BCB-692880BE97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9876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9DE9D36F-A8D6-0733-E54E-8264F47EE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CA2086AA-AA3A-8BA3-66C4-F880C1FFBE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0FEDB0B8-7812-71E5-6BCB-692880BE97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27604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7098bb5640_0_1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7098bb5640_0_1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81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solidFill>
                  <a:srgbClr val="F3F3F3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rgbClr val="FFFFFF">
              <a:alpha val="450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>
                <a:solidFill>
                  <a:srgbClr val="F3F3F3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1">
  <p:cSld name="Solo título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9" r:id="rId4"/>
    <p:sldLayoutId id="2147483666" r:id="rId5"/>
    <p:sldLayoutId id="2147483667" r:id="rId6"/>
    <p:sldLayoutId id="2147483670" r:id="rId7"/>
    <p:sldLayoutId id="2147483671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lfredo.garcias@tec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4"/>
          <p:cNvSpPr txBox="1"/>
          <p:nvPr/>
        </p:nvSpPr>
        <p:spPr>
          <a:xfrm>
            <a:off x="745436" y="839354"/>
            <a:ext cx="8398564" cy="3978718"/>
          </a:xfrm>
          <a:prstGeom prst="rect">
            <a:avLst/>
          </a:prstGeom>
        </p:spPr>
        <p:txBody>
          <a:bodyPr vert="horz" wrap="square" lIns="0" tIns="13399" rIns="0" bIns="0" rtlCol="0">
            <a:spAutoFit/>
          </a:bodyPr>
          <a:lstStyle/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br>
              <a:rPr lang="es-MX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>
              <a:spcBef>
                <a:spcPts val="106"/>
              </a:spcBef>
            </a:pPr>
            <a:r>
              <a:rPr lang="es-ES" sz="1600" b="1" dirty="0">
                <a:solidFill>
                  <a:schemeClr val="bg1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TI3001C</a:t>
            </a:r>
            <a:br>
              <a:rPr lang="es-ES" sz="23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r>
              <a:rPr lang="es-ES" sz="27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Analítica de datos y herramientas de inteligencia artificial I </a:t>
            </a:r>
            <a:endParaRPr lang="es-ES" sz="2000" b="1" dirty="0">
              <a:solidFill>
                <a:schemeClr val="bg1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				                                         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18 de Agosto del 2026</a:t>
            </a: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MX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28" name="AutoShape 4" descr="Inicio | Título Electrónico Pueb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340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cxnSp>
        <p:nvCxnSpPr>
          <p:cNvPr id="11" name="Google Shape;137;p27"/>
          <p:cNvCxnSpPr/>
          <p:nvPr/>
        </p:nvCxnSpPr>
        <p:spPr>
          <a:xfrm>
            <a:off x="599181" y="3300059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   </a:t>
            </a:r>
          </a:p>
          <a:p>
            <a:pPr algn="l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Facilitador: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PhD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 Alfredo García Suárez</a:t>
            </a:r>
          </a:p>
          <a:p>
            <a:pPr algn="l"/>
            <a:br>
              <a:rPr lang="es-E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pic>
        <p:nvPicPr>
          <p:cNvPr id="24578" name="Picture 2" descr="Qué es un Modelo de Analítica de Datos? - Northwar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8235" y="1749286"/>
            <a:ext cx="3965646" cy="1928191"/>
          </a:xfrm>
          <a:prstGeom prst="rect">
            <a:avLst/>
          </a:prstGeom>
          <a:noFill/>
        </p:spPr>
      </p:pic>
      <p:sp>
        <p:nvSpPr>
          <p:cNvPr id="8" name="Google Shape;135;p27"/>
          <p:cNvSpPr txBox="1">
            <a:spLocks noGrp="1"/>
          </p:cNvSpPr>
          <p:nvPr>
            <p:ph type="title"/>
          </p:nvPr>
        </p:nvSpPr>
        <p:spPr>
          <a:xfrm>
            <a:off x="4681549" y="1623442"/>
            <a:ext cx="320018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Bienvenida</a:t>
            </a:r>
            <a:endParaRPr dirty="0"/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4333462" y="1921615"/>
            <a:ext cx="3737113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     </a:t>
            </a:r>
          </a:p>
          <a:p>
            <a:pPr algn="l"/>
            <a:r>
              <a:rPr lang="es-ES" dirty="0"/>
              <a:t>     </a:t>
            </a:r>
            <a:r>
              <a:rPr lang="es-ES" b="1" dirty="0"/>
              <a:t>“Los datos se están convirtiendo en la nueva materia prima de los negocios.”   </a:t>
            </a:r>
          </a:p>
          <a:p>
            <a:pPr algn="l"/>
            <a:r>
              <a:rPr lang="es-ES" dirty="0"/>
              <a:t>       </a:t>
            </a:r>
          </a:p>
          <a:p>
            <a:pPr algn="l"/>
            <a:r>
              <a:rPr lang="es-ES" dirty="0"/>
              <a:t>                                               –Craig </a:t>
            </a:r>
            <a:r>
              <a:rPr lang="es-ES" dirty="0" err="1"/>
              <a:t>Mundie</a:t>
            </a:r>
            <a:endParaRPr lang="es-ES" dirty="0"/>
          </a:p>
          <a:p>
            <a:pPr algn="l"/>
            <a:br>
              <a:rPr lang="es-ES" dirty="0"/>
            </a:br>
            <a:endParaRPr dirty="0"/>
          </a:p>
        </p:txBody>
      </p:sp>
      <p:pic>
        <p:nvPicPr>
          <p:cNvPr id="26626" name="Picture 2" descr="Reconocer los diferentes tipos de datos, indispensable en la era del Big  Dat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3872" y="1396958"/>
            <a:ext cx="3805398" cy="2757599"/>
          </a:xfrm>
          <a:prstGeom prst="rect">
            <a:avLst/>
          </a:prstGeom>
          <a:noFill/>
        </p:spPr>
      </p:pic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3"/>
          <p:cNvSpPr txBox="1">
            <a:spLocks noGrp="1"/>
          </p:cNvSpPr>
          <p:nvPr>
            <p:ph type="title"/>
          </p:nvPr>
        </p:nvSpPr>
        <p:spPr>
          <a:xfrm>
            <a:off x="1960178" y="452645"/>
            <a:ext cx="4897589" cy="583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METODOLOGÍA CRISP DM</a:t>
            </a:r>
            <a:endParaRPr dirty="0"/>
          </a:p>
        </p:txBody>
      </p: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/>
          <p:nvPr/>
        </p:nvCxnSpPr>
        <p:spPr>
          <a:xfrm>
            <a:off x="1972511" y="435546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36866" name="Picture 2" descr="Carrera de Desarrollo de Software en ISIL - Cuotas desde S/ 54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4871" y="280386"/>
            <a:ext cx="1608094" cy="904553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93122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6907A6B-5948-3048-4E59-27D9DD901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6639"/>
            <a:ext cx="9144000" cy="3546475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13773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Analítica de Datos Aplicada a Riesgos Laborales y Seguridad y Salud en el  Trabajo | Universidad de Bogotá Jorge Tadeo Lozan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699" name="Google Shape;699;p36"/>
          <p:cNvSpPr txBox="1">
            <a:spLocks noGrp="1"/>
          </p:cNvSpPr>
          <p:nvPr>
            <p:ph type="title"/>
          </p:nvPr>
        </p:nvSpPr>
        <p:spPr>
          <a:xfrm>
            <a:off x="1066941" y="509825"/>
            <a:ext cx="432486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ANALÍTICA DE DATOS</a:t>
            </a:r>
            <a:endParaRPr dirty="0"/>
          </a:p>
        </p:txBody>
      </p:sp>
      <p:sp>
        <p:nvSpPr>
          <p:cNvPr id="700" name="Google Shape;700;p36"/>
          <p:cNvSpPr txBox="1">
            <a:spLocks noGrp="1"/>
          </p:cNvSpPr>
          <p:nvPr>
            <p:ph type="subTitle" idx="4294967295"/>
          </p:nvPr>
        </p:nvSpPr>
        <p:spPr>
          <a:xfrm>
            <a:off x="409516" y="3551274"/>
            <a:ext cx="2252610" cy="1210527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400" dirty="0"/>
              <a:t>Consideración de valores atípicos y valores faltantes, así como suavizado de datos para identificar posibles modelos.</a:t>
            </a:r>
          </a:p>
        </p:txBody>
      </p:sp>
      <p:sp>
        <p:nvSpPr>
          <p:cNvPr id="701" name="Google Shape;701;p36"/>
          <p:cNvSpPr txBox="1">
            <a:spLocks noGrp="1"/>
          </p:cNvSpPr>
          <p:nvPr>
            <p:ph type="subTitle" idx="4294967295"/>
          </p:nvPr>
        </p:nvSpPr>
        <p:spPr>
          <a:xfrm>
            <a:off x="3626068" y="3779475"/>
            <a:ext cx="1891861" cy="7839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400" dirty="0"/>
              <a:t>Cálculo de estadísticas básicas para describir la ubicación, escala y forma generales de los datos.</a:t>
            </a:r>
          </a:p>
        </p:txBody>
      </p:sp>
      <p:sp>
        <p:nvSpPr>
          <p:cNvPr id="702" name="Google Shape;702;p36"/>
          <p:cNvSpPr txBox="1">
            <a:spLocks noGrp="1"/>
          </p:cNvSpPr>
          <p:nvPr>
            <p:ph type="subTitle" idx="4294967295"/>
          </p:nvPr>
        </p:nvSpPr>
        <p:spPr>
          <a:xfrm>
            <a:off x="1387367" y="1125848"/>
            <a:ext cx="3142288" cy="987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400" dirty="0"/>
              <a:t>Consideración de valores atípicos y valores faltantes, así como suavizado de datos para identificar posibles modelos.</a:t>
            </a:r>
          </a:p>
        </p:txBody>
      </p:sp>
      <p:sp>
        <p:nvSpPr>
          <p:cNvPr id="703" name="Google Shape;703;p36"/>
          <p:cNvSpPr txBox="1">
            <a:spLocks noGrp="1"/>
          </p:cNvSpPr>
          <p:nvPr>
            <p:ph type="subTitle" idx="4294967295"/>
          </p:nvPr>
        </p:nvSpPr>
        <p:spPr>
          <a:xfrm>
            <a:off x="6897400" y="3779475"/>
            <a:ext cx="1532400" cy="7839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 dirty="0">
                <a:solidFill>
                  <a:srgbClr val="F3F3F3"/>
                </a:solidFill>
              </a:rPr>
              <a:t>Busqueda de correlación de los datos.</a:t>
            </a:r>
            <a:endParaRPr sz="1400" dirty="0">
              <a:solidFill>
                <a:srgbClr val="F3F3F3"/>
              </a:solidFill>
            </a:endParaRPr>
          </a:p>
        </p:txBody>
      </p:sp>
      <p:sp>
        <p:nvSpPr>
          <p:cNvPr id="704" name="Google Shape;704;p36"/>
          <p:cNvSpPr txBox="1">
            <a:spLocks noGrp="1"/>
          </p:cNvSpPr>
          <p:nvPr>
            <p:ph type="subTitle" idx="4294967295"/>
          </p:nvPr>
        </p:nvSpPr>
        <p:spPr>
          <a:xfrm>
            <a:off x="4858350" y="1421791"/>
            <a:ext cx="2574321" cy="987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400" dirty="0"/>
              <a:t>Representación gráfica de datos para identificar patrones y tendencias.</a:t>
            </a:r>
          </a:p>
        </p:txBody>
      </p:sp>
      <p:sp>
        <p:nvSpPr>
          <p:cNvPr id="705" name="Google Shape;705;p36"/>
          <p:cNvSpPr txBox="1">
            <a:spLocks noGrp="1"/>
          </p:cNvSpPr>
          <p:nvPr>
            <p:ph type="subTitle" idx="4294967295"/>
          </p:nvPr>
        </p:nvSpPr>
        <p:spPr>
          <a:xfrm>
            <a:off x="1954923" y="2013705"/>
            <a:ext cx="2096586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800" b="1" dirty="0">
                <a:latin typeface="Rajdhani"/>
                <a:ea typeface="Rajdhani"/>
                <a:cs typeface="Rajdhani"/>
                <a:sym typeface="Rajdhani"/>
              </a:rPr>
              <a:t>PRE-PROCESAMIENTO</a:t>
            </a:r>
          </a:p>
        </p:txBody>
      </p:sp>
      <p:sp>
        <p:nvSpPr>
          <p:cNvPr id="706" name="Google Shape;706;p36"/>
          <p:cNvSpPr txBox="1">
            <a:spLocks noGrp="1"/>
          </p:cNvSpPr>
          <p:nvPr>
            <p:ph type="subTitle" idx="4294967295"/>
          </p:nvPr>
        </p:nvSpPr>
        <p:spPr>
          <a:xfrm>
            <a:off x="5288600" y="2125814"/>
            <a:ext cx="1658400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800" b="1" dirty="0">
                <a:latin typeface="Rajdhani"/>
                <a:ea typeface="Rajdhani"/>
                <a:cs typeface="Rajdhani"/>
                <a:sym typeface="Rajdhani"/>
              </a:rPr>
              <a:t>VISUALIZACIÓN</a:t>
            </a:r>
          </a:p>
        </p:txBody>
      </p:sp>
      <p:sp>
        <p:nvSpPr>
          <p:cNvPr id="707" name="Google Shape;707;p36"/>
          <p:cNvSpPr txBox="1">
            <a:spLocks noGrp="1"/>
          </p:cNvSpPr>
          <p:nvPr>
            <p:ph type="subTitle" idx="4294967295"/>
          </p:nvPr>
        </p:nvSpPr>
        <p:spPr>
          <a:xfrm>
            <a:off x="325821" y="3283565"/>
            <a:ext cx="2378346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latin typeface="Rajdhani"/>
                <a:ea typeface="Rajdhani"/>
                <a:cs typeface="Rajdhani"/>
                <a:sym typeface="Rajdhani"/>
              </a:rPr>
              <a:t>EXTRACCIÓN DE DATOS</a:t>
            </a:r>
            <a:endParaRPr sz="1800" b="1" dirty="0">
              <a:solidFill>
                <a:srgbClr val="F3F3F3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708" name="Google Shape;708;p36"/>
          <p:cNvSpPr txBox="1">
            <a:spLocks noGrp="1"/>
          </p:cNvSpPr>
          <p:nvPr>
            <p:ph type="subTitle" idx="4294967295"/>
          </p:nvPr>
        </p:nvSpPr>
        <p:spPr>
          <a:xfrm>
            <a:off x="6834400" y="3401014"/>
            <a:ext cx="1658400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latin typeface="Rajdhani"/>
                <a:ea typeface="Rajdhani"/>
                <a:cs typeface="Rajdhani"/>
                <a:sym typeface="Rajdhani"/>
              </a:rPr>
              <a:t>CORRELACIÓN</a:t>
            </a:r>
            <a:endParaRPr sz="1800" b="1" dirty="0">
              <a:solidFill>
                <a:srgbClr val="F3F3F3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709" name="Google Shape;709;p36"/>
          <p:cNvSpPr txBox="1">
            <a:spLocks noGrp="1"/>
          </p:cNvSpPr>
          <p:nvPr>
            <p:ph type="subTitle" idx="4294967295"/>
          </p:nvPr>
        </p:nvSpPr>
        <p:spPr>
          <a:xfrm>
            <a:off x="3394842" y="3348462"/>
            <a:ext cx="2280745" cy="371400"/>
          </a:xfrm>
          <a:prstGeom prst="rect">
            <a:avLst/>
          </a:prstGeom>
        </p:spPr>
        <p:txBody>
          <a:bodyPr spcFirstLastPara="1" wrap="square" lIns="91425" tIns="255600" rIns="91425" bIns="0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Aft>
                <a:spcPts val="1600"/>
              </a:spcAft>
              <a:buNone/>
            </a:pPr>
            <a:r>
              <a:rPr lang="es-ES" sz="1800" b="1" dirty="0">
                <a:latin typeface="Rajdhani"/>
                <a:ea typeface="Rajdhani"/>
                <a:cs typeface="Rajdhani"/>
                <a:sym typeface="Rajdhani"/>
              </a:rPr>
              <a:t>Resumen o Extracción de Características</a:t>
            </a:r>
          </a:p>
        </p:txBody>
      </p:sp>
      <p:sp>
        <p:nvSpPr>
          <p:cNvPr id="710" name="Google Shape;710;p36"/>
          <p:cNvSpPr/>
          <p:nvPr/>
        </p:nvSpPr>
        <p:spPr>
          <a:xfrm>
            <a:off x="11942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1" name="Google Shape;711;p36"/>
          <p:cNvSpPr/>
          <p:nvPr/>
        </p:nvSpPr>
        <p:spPr>
          <a:xfrm>
            <a:off x="27399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2" name="Google Shape;712;p36"/>
          <p:cNvSpPr/>
          <p:nvPr/>
        </p:nvSpPr>
        <p:spPr>
          <a:xfrm>
            <a:off x="42856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3" name="Google Shape;713;p36"/>
          <p:cNvSpPr/>
          <p:nvPr/>
        </p:nvSpPr>
        <p:spPr>
          <a:xfrm>
            <a:off x="58313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4" name="Google Shape;714;p36"/>
          <p:cNvSpPr/>
          <p:nvPr/>
        </p:nvSpPr>
        <p:spPr>
          <a:xfrm>
            <a:off x="7377050" y="2676375"/>
            <a:ext cx="572700" cy="572700"/>
          </a:xfrm>
          <a:prstGeom prst="ellipse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715" name="Google Shape;715;p36"/>
          <p:cNvCxnSpPr>
            <a:stCxn id="710" idx="6"/>
            <a:endCxn id="711" idx="2"/>
          </p:cNvCxnSpPr>
          <p:nvPr/>
        </p:nvCxnSpPr>
        <p:spPr>
          <a:xfrm>
            <a:off x="1766950" y="2962725"/>
            <a:ext cx="972900" cy="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6" name="Google Shape;716;p36"/>
          <p:cNvCxnSpPr>
            <a:stCxn id="711" idx="6"/>
            <a:endCxn id="712" idx="2"/>
          </p:cNvCxnSpPr>
          <p:nvPr/>
        </p:nvCxnSpPr>
        <p:spPr>
          <a:xfrm>
            <a:off x="3312650" y="2962725"/>
            <a:ext cx="972900" cy="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7" name="Google Shape;717;p36"/>
          <p:cNvCxnSpPr>
            <a:stCxn id="712" idx="6"/>
            <a:endCxn id="713" idx="2"/>
          </p:cNvCxnSpPr>
          <p:nvPr/>
        </p:nvCxnSpPr>
        <p:spPr>
          <a:xfrm>
            <a:off x="4858350" y="2962725"/>
            <a:ext cx="972900" cy="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8" name="Google Shape;718;p36"/>
          <p:cNvCxnSpPr>
            <a:stCxn id="713" idx="6"/>
            <a:endCxn id="714" idx="2"/>
          </p:cNvCxnSpPr>
          <p:nvPr/>
        </p:nvCxnSpPr>
        <p:spPr>
          <a:xfrm>
            <a:off x="6404050" y="2962725"/>
            <a:ext cx="972900" cy="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" name="Google Shape;719;p36"/>
          <p:cNvGrpSpPr/>
          <p:nvPr/>
        </p:nvGrpSpPr>
        <p:grpSpPr>
          <a:xfrm>
            <a:off x="1332734" y="2826965"/>
            <a:ext cx="288452" cy="275353"/>
            <a:chOff x="4126815" y="2760704"/>
            <a:chExt cx="380393" cy="363118"/>
          </a:xfrm>
        </p:grpSpPr>
        <p:sp>
          <p:nvSpPr>
            <p:cNvPr id="720" name="Google Shape;720;p36"/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1" name="Google Shape;721;p36"/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2" name="Google Shape;722;p36"/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" name="Google Shape;723;p36"/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" name="Google Shape;724;p36"/>
          <p:cNvGrpSpPr/>
          <p:nvPr/>
        </p:nvGrpSpPr>
        <p:grpSpPr>
          <a:xfrm>
            <a:off x="2885622" y="2824148"/>
            <a:ext cx="281276" cy="280987"/>
            <a:chOff x="2497275" y="2744159"/>
            <a:chExt cx="370930" cy="370549"/>
          </a:xfrm>
        </p:grpSpPr>
        <p:sp>
          <p:nvSpPr>
            <p:cNvPr id="725" name="Google Shape;725;p36"/>
            <p:cNvSpPr/>
            <p:nvPr/>
          </p:nvSpPr>
          <p:spPr>
            <a:xfrm>
              <a:off x="2497275" y="2744159"/>
              <a:ext cx="284366" cy="284747"/>
            </a:xfrm>
            <a:custGeom>
              <a:avLst/>
              <a:gdLst/>
              <a:ahLst/>
              <a:cxnLst/>
              <a:rect l="l" t="t" r="r" b="b"/>
              <a:pathLst>
                <a:path w="8955" h="8967" extrusionOk="0">
                  <a:moveTo>
                    <a:pt x="4204" y="1"/>
                  </a:moveTo>
                  <a:cubicBezTo>
                    <a:pt x="3942" y="1"/>
                    <a:pt x="3704" y="203"/>
                    <a:pt x="3644" y="465"/>
                  </a:cubicBezTo>
                  <a:lnTo>
                    <a:pt x="3466" y="1334"/>
                  </a:lnTo>
                  <a:cubicBezTo>
                    <a:pt x="3287" y="1394"/>
                    <a:pt x="3108" y="1465"/>
                    <a:pt x="2942" y="1537"/>
                  </a:cubicBezTo>
                  <a:lnTo>
                    <a:pt x="2215" y="1048"/>
                  </a:lnTo>
                  <a:cubicBezTo>
                    <a:pt x="2120" y="983"/>
                    <a:pt x="2009" y="952"/>
                    <a:pt x="1899" y="952"/>
                  </a:cubicBezTo>
                  <a:cubicBezTo>
                    <a:pt x="1749" y="952"/>
                    <a:pt x="1599" y="1010"/>
                    <a:pt x="1489" y="1120"/>
                  </a:cubicBezTo>
                  <a:lnTo>
                    <a:pt x="1108" y="1489"/>
                  </a:lnTo>
                  <a:cubicBezTo>
                    <a:pt x="918" y="1691"/>
                    <a:pt x="894" y="1989"/>
                    <a:pt x="1037" y="2227"/>
                  </a:cubicBezTo>
                  <a:lnTo>
                    <a:pt x="1525" y="2953"/>
                  </a:lnTo>
                  <a:cubicBezTo>
                    <a:pt x="1441" y="3120"/>
                    <a:pt x="1370" y="3287"/>
                    <a:pt x="1322" y="3465"/>
                  </a:cubicBezTo>
                  <a:lnTo>
                    <a:pt x="453" y="3644"/>
                  </a:lnTo>
                  <a:cubicBezTo>
                    <a:pt x="191" y="3703"/>
                    <a:pt x="1" y="3930"/>
                    <a:pt x="1" y="4215"/>
                  </a:cubicBezTo>
                  <a:lnTo>
                    <a:pt x="1" y="4751"/>
                  </a:lnTo>
                  <a:cubicBezTo>
                    <a:pt x="1" y="5025"/>
                    <a:pt x="191" y="5251"/>
                    <a:pt x="453" y="5323"/>
                  </a:cubicBezTo>
                  <a:lnTo>
                    <a:pt x="1322" y="5501"/>
                  </a:lnTo>
                  <a:cubicBezTo>
                    <a:pt x="1382" y="5668"/>
                    <a:pt x="1453" y="5847"/>
                    <a:pt x="1525" y="6013"/>
                  </a:cubicBezTo>
                  <a:lnTo>
                    <a:pt x="1037" y="6740"/>
                  </a:lnTo>
                  <a:cubicBezTo>
                    <a:pt x="894" y="6966"/>
                    <a:pt x="918" y="7287"/>
                    <a:pt x="1108" y="7478"/>
                  </a:cubicBezTo>
                  <a:lnTo>
                    <a:pt x="1489" y="7847"/>
                  </a:lnTo>
                  <a:cubicBezTo>
                    <a:pt x="1599" y="7957"/>
                    <a:pt x="1745" y="8015"/>
                    <a:pt x="1894" y="8015"/>
                  </a:cubicBezTo>
                  <a:cubicBezTo>
                    <a:pt x="2003" y="8015"/>
                    <a:pt x="2115" y="7984"/>
                    <a:pt x="2215" y="7918"/>
                  </a:cubicBezTo>
                  <a:lnTo>
                    <a:pt x="2942" y="7430"/>
                  </a:lnTo>
                  <a:cubicBezTo>
                    <a:pt x="3108" y="7513"/>
                    <a:pt x="3287" y="7597"/>
                    <a:pt x="3466" y="7633"/>
                  </a:cubicBezTo>
                  <a:lnTo>
                    <a:pt x="3644" y="8502"/>
                  </a:lnTo>
                  <a:cubicBezTo>
                    <a:pt x="3704" y="8764"/>
                    <a:pt x="3930" y="8966"/>
                    <a:pt x="4204" y="8966"/>
                  </a:cubicBezTo>
                  <a:lnTo>
                    <a:pt x="4740" y="8966"/>
                  </a:lnTo>
                  <a:cubicBezTo>
                    <a:pt x="5013" y="8966"/>
                    <a:pt x="5251" y="8764"/>
                    <a:pt x="5311" y="8502"/>
                  </a:cubicBezTo>
                  <a:lnTo>
                    <a:pt x="5490" y="7633"/>
                  </a:lnTo>
                  <a:cubicBezTo>
                    <a:pt x="5621" y="7597"/>
                    <a:pt x="5775" y="7537"/>
                    <a:pt x="5906" y="7478"/>
                  </a:cubicBezTo>
                  <a:cubicBezTo>
                    <a:pt x="6002" y="7442"/>
                    <a:pt x="6037" y="7323"/>
                    <a:pt x="6002" y="7240"/>
                  </a:cubicBezTo>
                  <a:cubicBezTo>
                    <a:pt x="5966" y="7169"/>
                    <a:pt x="5898" y="7131"/>
                    <a:pt x="5831" y="7131"/>
                  </a:cubicBezTo>
                  <a:cubicBezTo>
                    <a:pt x="5808" y="7131"/>
                    <a:pt x="5785" y="7135"/>
                    <a:pt x="5763" y="7144"/>
                  </a:cubicBezTo>
                  <a:cubicBezTo>
                    <a:pt x="5609" y="7228"/>
                    <a:pt x="5466" y="7287"/>
                    <a:pt x="5299" y="7323"/>
                  </a:cubicBezTo>
                  <a:cubicBezTo>
                    <a:pt x="5240" y="7347"/>
                    <a:pt x="5180" y="7406"/>
                    <a:pt x="5168" y="7454"/>
                  </a:cubicBezTo>
                  <a:lnTo>
                    <a:pt x="4966" y="8430"/>
                  </a:lnTo>
                  <a:cubicBezTo>
                    <a:pt x="4954" y="8514"/>
                    <a:pt x="4870" y="8597"/>
                    <a:pt x="4763" y="8597"/>
                  </a:cubicBezTo>
                  <a:lnTo>
                    <a:pt x="4228" y="8597"/>
                  </a:lnTo>
                  <a:cubicBezTo>
                    <a:pt x="4120" y="8597"/>
                    <a:pt x="4049" y="8514"/>
                    <a:pt x="4013" y="8430"/>
                  </a:cubicBezTo>
                  <a:lnTo>
                    <a:pt x="3823" y="7454"/>
                  </a:lnTo>
                  <a:cubicBezTo>
                    <a:pt x="3811" y="7383"/>
                    <a:pt x="3763" y="7335"/>
                    <a:pt x="3692" y="7323"/>
                  </a:cubicBezTo>
                  <a:cubicBezTo>
                    <a:pt x="3466" y="7263"/>
                    <a:pt x="3239" y="7180"/>
                    <a:pt x="3049" y="7061"/>
                  </a:cubicBezTo>
                  <a:cubicBezTo>
                    <a:pt x="3019" y="7043"/>
                    <a:pt x="2986" y="7034"/>
                    <a:pt x="2954" y="7034"/>
                  </a:cubicBezTo>
                  <a:cubicBezTo>
                    <a:pt x="2921" y="7034"/>
                    <a:pt x="2888" y="7043"/>
                    <a:pt x="2858" y="7061"/>
                  </a:cubicBezTo>
                  <a:lnTo>
                    <a:pt x="2037" y="7609"/>
                  </a:lnTo>
                  <a:cubicBezTo>
                    <a:pt x="2006" y="7634"/>
                    <a:pt x="1966" y="7647"/>
                    <a:pt x="1926" y="7647"/>
                  </a:cubicBezTo>
                  <a:cubicBezTo>
                    <a:pt x="1874" y="7647"/>
                    <a:pt x="1821" y="7625"/>
                    <a:pt x="1787" y="7585"/>
                  </a:cubicBezTo>
                  <a:lnTo>
                    <a:pt x="1418" y="7204"/>
                  </a:lnTo>
                  <a:cubicBezTo>
                    <a:pt x="1334" y="7132"/>
                    <a:pt x="1334" y="7025"/>
                    <a:pt x="1382" y="6954"/>
                  </a:cubicBezTo>
                  <a:lnTo>
                    <a:pt x="1930" y="6132"/>
                  </a:lnTo>
                  <a:cubicBezTo>
                    <a:pt x="1977" y="6073"/>
                    <a:pt x="1977" y="6001"/>
                    <a:pt x="1930" y="5942"/>
                  </a:cubicBezTo>
                  <a:cubicBezTo>
                    <a:pt x="1811" y="5739"/>
                    <a:pt x="1727" y="5525"/>
                    <a:pt x="1668" y="5299"/>
                  </a:cubicBezTo>
                  <a:cubicBezTo>
                    <a:pt x="1656" y="5239"/>
                    <a:pt x="1596" y="5180"/>
                    <a:pt x="1537" y="5168"/>
                  </a:cubicBezTo>
                  <a:lnTo>
                    <a:pt x="560" y="4977"/>
                  </a:lnTo>
                  <a:cubicBezTo>
                    <a:pt x="477" y="4954"/>
                    <a:pt x="406" y="4870"/>
                    <a:pt x="406" y="4763"/>
                  </a:cubicBezTo>
                  <a:lnTo>
                    <a:pt x="406" y="4227"/>
                  </a:lnTo>
                  <a:cubicBezTo>
                    <a:pt x="406" y="4132"/>
                    <a:pt x="477" y="4049"/>
                    <a:pt x="560" y="4025"/>
                  </a:cubicBezTo>
                  <a:lnTo>
                    <a:pt x="1537" y="3834"/>
                  </a:lnTo>
                  <a:cubicBezTo>
                    <a:pt x="1608" y="3811"/>
                    <a:pt x="1656" y="3775"/>
                    <a:pt x="1668" y="3692"/>
                  </a:cubicBezTo>
                  <a:cubicBezTo>
                    <a:pt x="1727" y="3477"/>
                    <a:pt x="1811" y="3251"/>
                    <a:pt x="1930" y="3061"/>
                  </a:cubicBezTo>
                  <a:cubicBezTo>
                    <a:pt x="1965" y="3001"/>
                    <a:pt x="1965" y="2918"/>
                    <a:pt x="1930" y="2858"/>
                  </a:cubicBezTo>
                  <a:lnTo>
                    <a:pt x="1382" y="2049"/>
                  </a:lnTo>
                  <a:cubicBezTo>
                    <a:pt x="1322" y="1965"/>
                    <a:pt x="1334" y="1846"/>
                    <a:pt x="1418" y="1787"/>
                  </a:cubicBezTo>
                  <a:lnTo>
                    <a:pt x="1787" y="1417"/>
                  </a:lnTo>
                  <a:cubicBezTo>
                    <a:pt x="1826" y="1378"/>
                    <a:pt x="1876" y="1360"/>
                    <a:pt x="1925" y="1360"/>
                  </a:cubicBezTo>
                  <a:cubicBezTo>
                    <a:pt x="1965" y="1360"/>
                    <a:pt x="2005" y="1372"/>
                    <a:pt x="2037" y="1394"/>
                  </a:cubicBezTo>
                  <a:lnTo>
                    <a:pt x="2858" y="1941"/>
                  </a:lnTo>
                  <a:cubicBezTo>
                    <a:pt x="2888" y="1965"/>
                    <a:pt x="2921" y="1977"/>
                    <a:pt x="2954" y="1977"/>
                  </a:cubicBezTo>
                  <a:cubicBezTo>
                    <a:pt x="2986" y="1977"/>
                    <a:pt x="3019" y="1965"/>
                    <a:pt x="3049" y="1941"/>
                  </a:cubicBezTo>
                  <a:cubicBezTo>
                    <a:pt x="3263" y="1822"/>
                    <a:pt x="3466" y="1727"/>
                    <a:pt x="3692" y="1668"/>
                  </a:cubicBezTo>
                  <a:cubicBezTo>
                    <a:pt x="3751" y="1656"/>
                    <a:pt x="3811" y="1596"/>
                    <a:pt x="3823" y="1537"/>
                  </a:cubicBezTo>
                  <a:lnTo>
                    <a:pt x="4013" y="572"/>
                  </a:lnTo>
                  <a:cubicBezTo>
                    <a:pt x="4037" y="477"/>
                    <a:pt x="4120" y="405"/>
                    <a:pt x="4228" y="405"/>
                  </a:cubicBezTo>
                  <a:lnTo>
                    <a:pt x="4763" y="405"/>
                  </a:lnTo>
                  <a:cubicBezTo>
                    <a:pt x="4870" y="405"/>
                    <a:pt x="4942" y="477"/>
                    <a:pt x="4966" y="572"/>
                  </a:cubicBezTo>
                  <a:lnTo>
                    <a:pt x="5168" y="1537"/>
                  </a:lnTo>
                  <a:cubicBezTo>
                    <a:pt x="5180" y="1608"/>
                    <a:pt x="5216" y="1656"/>
                    <a:pt x="5299" y="1668"/>
                  </a:cubicBezTo>
                  <a:cubicBezTo>
                    <a:pt x="5513" y="1727"/>
                    <a:pt x="5740" y="1822"/>
                    <a:pt x="5930" y="1941"/>
                  </a:cubicBezTo>
                  <a:cubicBezTo>
                    <a:pt x="5960" y="1953"/>
                    <a:pt x="5996" y="1959"/>
                    <a:pt x="6031" y="1959"/>
                  </a:cubicBezTo>
                  <a:cubicBezTo>
                    <a:pt x="6067" y="1959"/>
                    <a:pt x="6103" y="1953"/>
                    <a:pt x="6133" y="1941"/>
                  </a:cubicBezTo>
                  <a:lnTo>
                    <a:pt x="6942" y="1394"/>
                  </a:lnTo>
                  <a:cubicBezTo>
                    <a:pt x="6978" y="1368"/>
                    <a:pt x="7021" y="1356"/>
                    <a:pt x="7063" y="1356"/>
                  </a:cubicBezTo>
                  <a:cubicBezTo>
                    <a:pt x="7117" y="1356"/>
                    <a:pt x="7170" y="1377"/>
                    <a:pt x="7204" y="1417"/>
                  </a:cubicBezTo>
                  <a:lnTo>
                    <a:pt x="7573" y="1787"/>
                  </a:lnTo>
                  <a:cubicBezTo>
                    <a:pt x="7645" y="1870"/>
                    <a:pt x="7645" y="1965"/>
                    <a:pt x="7597" y="2049"/>
                  </a:cubicBezTo>
                  <a:lnTo>
                    <a:pt x="7049" y="2858"/>
                  </a:lnTo>
                  <a:cubicBezTo>
                    <a:pt x="7002" y="2918"/>
                    <a:pt x="7002" y="2989"/>
                    <a:pt x="7049" y="3061"/>
                  </a:cubicBezTo>
                  <a:cubicBezTo>
                    <a:pt x="7168" y="3263"/>
                    <a:pt x="7264" y="3477"/>
                    <a:pt x="7323" y="3692"/>
                  </a:cubicBezTo>
                  <a:cubicBezTo>
                    <a:pt x="7335" y="3751"/>
                    <a:pt x="7395" y="3811"/>
                    <a:pt x="7454" y="3834"/>
                  </a:cubicBezTo>
                  <a:lnTo>
                    <a:pt x="8419" y="4025"/>
                  </a:lnTo>
                  <a:cubicBezTo>
                    <a:pt x="8514" y="4037"/>
                    <a:pt x="8585" y="4132"/>
                    <a:pt x="8585" y="4227"/>
                  </a:cubicBezTo>
                  <a:lnTo>
                    <a:pt x="8585" y="4763"/>
                  </a:lnTo>
                  <a:cubicBezTo>
                    <a:pt x="8585" y="4870"/>
                    <a:pt x="8514" y="4942"/>
                    <a:pt x="8419" y="4977"/>
                  </a:cubicBezTo>
                  <a:lnTo>
                    <a:pt x="7454" y="5168"/>
                  </a:lnTo>
                  <a:cubicBezTo>
                    <a:pt x="7383" y="5180"/>
                    <a:pt x="7335" y="5227"/>
                    <a:pt x="7323" y="5299"/>
                  </a:cubicBezTo>
                  <a:cubicBezTo>
                    <a:pt x="7276" y="5466"/>
                    <a:pt x="7216" y="5632"/>
                    <a:pt x="7145" y="5775"/>
                  </a:cubicBezTo>
                  <a:cubicBezTo>
                    <a:pt x="7097" y="5870"/>
                    <a:pt x="7145" y="5966"/>
                    <a:pt x="7228" y="6013"/>
                  </a:cubicBezTo>
                  <a:cubicBezTo>
                    <a:pt x="7254" y="6026"/>
                    <a:pt x="7280" y="6032"/>
                    <a:pt x="7305" y="6032"/>
                  </a:cubicBezTo>
                  <a:cubicBezTo>
                    <a:pt x="7372" y="6032"/>
                    <a:pt x="7431" y="5991"/>
                    <a:pt x="7466" y="5930"/>
                  </a:cubicBezTo>
                  <a:cubicBezTo>
                    <a:pt x="7526" y="5799"/>
                    <a:pt x="7585" y="5644"/>
                    <a:pt x="7633" y="5501"/>
                  </a:cubicBezTo>
                  <a:lnTo>
                    <a:pt x="8490" y="5323"/>
                  </a:lnTo>
                  <a:cubicBezTo>
                    <a:pt x="8764" y="5263"/>
                    <a:pt x="8954" y="5037"/>
                    <a:pt x="8954" y="4751"/>
                  </a:cubicBezTo>
                  <a:lnTo>
                    <a:pt x="8954" y="4215"/>
                  </a:lnTo>
                  <a:cubicBezTo>
                    <a:pt x="8954" y="3942"/>
                    <a:pt x="8764" y="3715"/>
                    <a:pt x="8490" y="3644"/>
                  </a:cubicBezTo>
                  <a:lnTo>
                    <a:pt x="7633" y="3465"/>
                  </a:lnTo>
                  <a:cubicBezTo>
                    <a:pt x="7573" y="3287"/>
                    <a:pt x="7502" y="3120"/>
                    <a:pt x="7418" y="2953"/>
                  </a:cubicBezTo>
                  <a:lnTo>
                    <a:pt x="7918" y="2227"/>
                  </a:lnTo>
                  <a:cubicBezTo>
                    <a:pt x="8061" y="2001"/>
                    <a:pt x="8038" y="1679"/>
                    <a:pt x="7835" y="1489"/>
                  </a:cubicBezTo>
                  <a:lnTo>
                    <a:pt x="7466" y="1120"/>
                  </a:lnTo>
                  <a:cubicBezTo>
                    <a:pt x="7356" y="1010"/>
                    <a:pt x="7211" y="952"/>
                    <a:pt x="7061" y="952"/>
                  </a:cubicBezTo>
                  <a:cubicBezTo>
                    <a:pt x="6952" y="952"/>
                    <a:pt x="6840" y="983"/>
                    <a:pt x="6740" y="1048"/>
                  </a:cubicBezTo>
                  <a:lnTo>
                    <a:pt x="6013" y="1537"/>
                  </a:lnTo>
                  <a:cubicBezTo>
                    <a:pt x="5847" y="1453"/>
                    <a:pt x="5668" y="1370"/>
                    <a:pt x="5490" y="1334"/>
                  </a:cubicBezTo>
                  <a:lnTo>
                    <a:pt x="5311" y="465"/>
                  </a:lnTo>
                  <a:cubicBezTo>
                    <a:pt x="5251" y="203"/>
                    <a:pt x="5025" y="1"/>
                    <a:pt x="474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2592191" y="2821673"/>
              <a:ext cx="113461" cy="98345"/>
            </a:xfrm>
            <a:custGeom>
              <a:avLst/>
              <a:gdLst/>
              <a:ahLst/>
              <a:cxnLst/>
              <a:rect l="l" t="t" r="r" b="b"/>
              <a:pathLst>
                <a:path w="3573" h="3097" extrusionOk="0">
                  <a:moveTo>
                    <a:pt x="1524" y="0"/>
                  </a:moveTo>
                  <a:cubicBezTo>
                    <a:pt x="989" y="0"/>
                    <a:pt x="465" y="215"/>
                    <a:pt x="72" y="584"/>
                  </a:cubicBezTo>
                  <a:cubicBezTo>
                    <a:pt x="0" y="655"/>
                    <a:pt x="0" y="774"/>
                    <a:pt x="72" y="834"/>
                  </a:cubicBezTo>
                  <a:cubicBezTo>
                    <a:pt x="113" y="876"/>
                    <a:pt x="164" y="896"/>
                    <a:pt x="212" y="896"/>
                  </a:cubicBezTo>
                  <a:cubicBezTo>
                    <a:pt x="259" y="896"/>
                    <a:pt x="304" y="876"/>
                    <a:pt x="334" y="834"/>
                  </a:cubicBezTo>
                  <a:cubicBezTo>
                    <a:pt x="643" y="524"/>
                    <a:pt x="1072" y="358"/>
                    <a:pt x="1500" y="358"/>
                  </a:cubicBezTo>
                  <a:cubicBezTo>
                    <a:pt x="2441" y="358"/>
                    <a:pt x="3203" y="1120"/>
                    <a:pt x="3203" y="2060"/>
                  </a:cubicBezTo>
                  <a:cubicBezTo>
                    <a:pt x="3203" y="2322"/>
                    <a:pt x="3144" y="2596"/>
                    <a:pt x="3024" y="2834"/>
                  </a:cubicBezTo>
                  <a:cubicBezTo>
                    <a:pt x="2965" y="2941"/>
                    <a:pt x="3013" y="3037"/>
                    <a:pt x="3096" y="3084"/>
                  </a:cubicBezTo>
                  <a:cubicBezTo>
                    <a:pt x="3132" y="3096"/>
                    <a:pt x="3155" y="3096"/>
                    <a:pt x="3191" y="3096"/>
                  </a:cubicBezTo>
                  <a:cubicBezTo>
                    <a:pt x="3251" y="3096"/>
                    <a:pt x="3322" y="3072"/>
                    <a:pt x="3346" y="3001"/>
                  </a:cubicBezTo>
                  <a:cubicBezTo>
                    <a:pt x="3501" y="2715"/>
                    <a:pt x="3572" y="2382"/>
                    <a:pt x="3572" y="2060"/>
                  </a:cubicBezTo>
                  <a:cubicBezTo>
                    <a:pt x="3572" y="929"/>
                    <a:pt x="2655" y="0"/>
                    <a:pt x="152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2574408" y="2862129"/>
              <a:ext cx="106665" cy="90756"/>
            </a:xfrm>
            <a:custGeom>
              <a:avLst/>
              <a:gdLst/>
              <a:ahLst/>
              <a:cxnLst/>
              <a:rect l="l" t="t" r="r" b="b"/>
              <a:pathLst>
                <a:path w="3359" h="2858" extrusionOk="0">
                  <a:moveTo>
                    <a:pt x="294" y="1"/>
                  </a:moveTo>
                  <a:cubicBezTo>
                    <a:pt x="218" y="1"/>
                    <a:pt x="145" y="48"/>
                    <a:pt x="108" y="131"/>
                  </a:cubicBezTo>
                  <a:cubicBezTo>
                    <a:pt x="36" y="334"/>
                    <a:pt x="1" y="572"/>
                    <a:pt x="1" y="798"/>
                  </a:cubicBezTo>
                  <a:cubicBezTo>
                    <a:pt x="1" y="1929"/>
                    <a:pt x="917" y="2858"/>
                    <a:pt x="2049" y="2858"/>
                  </a:cubicBezTo>
                  <a:cubicBezTo>
                    <a:pt x="2477" y="2858"/>
                    <a:pt x="2894" y="2715"/>
                    <a:pt x="3251" y="2465"/>
                  </a:cubicBezTo>
                  <a:cubicBezTo>
                    <a:pt x="3346" y="2405"/>
                    <a:pt x="3358" y="2286"/>
                    <a:pt x="3299" y="2215"/>
                  </a:cubicBezTo>
                  <a:cubicBezTo>
                    <a:pt x="3263" y="2158"/>
                    <a:pt x="3206" y="2131"/>
                    <a:pt x="3151" y="2131"/>
                  </a:cubicBezTo>
                  <a:cubicBezTo>
                    <a:pt x="3114" y="2131"/>
                    <a:pt x="3077" y="2143"/>
                    <a:pt x="3049" y="2167"/>
                  </a:cubicBezTo>
                  <a:cubicBezTo>
                    <a:pt x="2763" y="2382"/>
                    <a:pt x="2406" y="2501"/>
                    <a:pt x="2049" y="2501"/>
                  </a:cubicBezTo>
                  <a:cubicBezTo>
                    <a:pt x="1108" y="2501"/>
                    <a:pt x="346" y="1739"/>
                    <a:pt x="346" y="798"/>
                  </a:cubicBezTo>
                  <a:cubicBezTo>
                    <a:pt x="346" y="608"/>
                    <a:pt x="382" y="429"/>
                    <a:pt x="441" y="250"/>
                  </a:cubicBezTo>
                  <a:cubicBezTo>
                    <a:pt x="501" y="143"/>
                    <a:pt x="441" y="36"/>
                    <a:pt x="358" y="12"/>
                  </a:cubicBezTo>
                  <a:cubicBezTo>
                    <a:pt x="337" y="4"/>
                    <a:pt x="315" y="1"/>
                    <a:pt x="29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2676881" y="2923385"/>
              <a:ext cx="191324" cy="191324"/>
            </a:xfrm>
            <a:custGeom>
              <a:avLst/>
              <a:gdLst/>
              <a:ahLst/>
              <a:cxnLst/>
              <a:rect l="l" t="t" r="r" b="b"/>
              <a:pathLst>
                <a:path w="6025" h="6025" extrusionOk="0">
                  <a:moveTo>
                    <a:pt x="2810" y="0"/>
                  </a:moveTo>
                  <a:cubicBezTo>
                    <a:pt x="2608" y="0"/>
                    <a:pt x="2429" y="155"/>
                    <a:pt x="2382" y="357"/>
                  </a:cubicBezTo>
                  <a:lnTo>
                    <a:pt x="2274" y="893"/>
                  </a:lnTo>
                  <a:cubicBezTo>
                    <a:pt x="2191" y="929"/>
                    <a:pt x="2084" y="965"/>
                    <a:pt x="1989" y="1012"/>
                  </a:cubicBezTo>
                  <a:lnTo>
                    <a:pt x="1548" y="715"/>
                  </a:lnTo>
                  <a:cubicBezTo>
                    <a:pt x="1475" y="666"/>
                    <a:pt x="1393" y="643"/>
                    <a:pt x="1313" y="643"/>
                  </a:cubicBezTo>
                  <a:cubicBezTo>
                    <a:pt x="1198" y="643"/>
                    <a:pt x="1085" y="690"/>
                    <a:pt x="1000" y="774"/>
                  </a:cubicBezTo>
                  <a:lnTo>
                    <a:pt x="738" y="1024"/>
                  </a:lnTo>
                  <a:cubicBezTo>
                    <a:pt x="596" y="1179"/>
                    <a:pt x="572" y="1417"/>
                    <a:pt x="679" y="1584"/>
                  </a:cubicBezTo>
                  <a:lnTo>
                    <a:pt x="977" y="2024"/>
                  </a:lnTo>
                  <a:cubicBezTo>
                    <a:pt x="917" y="2143"/>
                    <a:pt x="858" y="2274"/>
                    <a:pt x="834" y="2417"/>
                  </a:cubicBezTo>
                  <a:cubicBezTo>
                    <a:pt x="798" y="2512"/>
                    <a:pt x="858" y="2608"/>
                    <a:pt x="965" y="2631"/>
                  </a:cubicBezTo>
                  <a:cubicBezTo>
                    <a:pt x="986" y="2639"/>
                    <a:pt x="1006" y="2642"/>
                    <a:pt x="1025" y="2642"/>
                  </a:cubicBezTo>
                  <a:cubicBezTo>
                    <a:pt x="1103" y="2642"/>
                    <a:pt x="1162" y="2587"/>
                    <a:pt x="1191" y="2501"/>
                  </a:cubicBezTo>
                  <a:cubicBezTo>
                    <a:pt x="1227" y="2358"/>
                    <a:pt x="1298" y="2215"/>
                    <a:pt x="1346" y="2096"/>
                  </a:cubicBezTo>
                  <a:cubicBezTo>
                    <a:pt x="1381" y="2036"/>
                    <a:pt x="1381" y="1965"/>
                    <a:pt x="1346" y="1905"/>
                  </a:cubicBezTo>
                  <a:lnTo>
                    <a:pt x="1000" y="1369"/>
                  </a:lnTo>
                  <a:cubicBezTo>
                    <a:pt x="977" y="1346"/>
                    <a:pt x="977" y="1310"/>
                    <a:pt x="1012" y="1286"/>
                  </a:cubicBezTo>
                  <a:lnTo>
                    <a:pt x="1262" y="1024"/>
                  </a:lnTo>
                  <a:cubicBezTo>
                    <a:pt x="1283" y="1010"/>
                    <a:pt x="1300" y="1004"/>
                    <a:pt x="1318" y="1004"/>
                  </a:cubicBezTo>
                  <a:cubicBezTo>
                    <a:pt x="1330" y="1004"/>
                    <a:pt x="1343" y="1007"/>
                    <a:pt x="1358" y="1012"/>
                  </a:cubicBezTo>
                  <a:lnTo>
                    <a:pt x="1893" y="1369"/>
                  </a:lnTo>
                  <a:cubicBezTo>
                    <a:pt x="1923" y="1393"/>
                    <a:pt x="1956" y="1405"/>
                    <a:pt x="1989" y="1405"/>
                  </a:cubicBezTo>
                  <a:cubicBezTo>
                    <a:pt x="2021" y="1405"/>
                    <a:pt x="2054" y="1393"/>
                    <a:pt x="2084" y="1369"/>
                  </a:cubicBezTo>
                  <a:cubicBezTo>
                    <a:pt x="2215" y="1298"/>
                    <a:pt x="2346" y="1238"/>
                    <a:pt x="2489" y="1203"/>
                  </a:cubicBezTo>
                  <a:cubicBezTo>
                    <a:pt x="2548" y="1191"/>
                    <a:pt x="2608" y="1131"/>
                    <a:pt x="2620" y="1072"/>
                  </a:cubicBezTo>
                  <a:lnTo>
                    <a:pt x="2751" y="429"/>
                  </a:lnTo>
                  <a:cubicBezTo>
                    <a:pt x="2751" y="405"/>
                    <a:pt x="2786" y="369"/>
                    <a:pt x="2822" y="369"/>
                  </a:cubicBezTo>
                  <a:lnTo>
                    <a:pt x="3167" y="369"/>
                  </a:lnTo>
                  <a:cubicBezTo>
                    <a:pt x="3203" y="369"/>
                    <a:pt x="3227" y="405"/>
                    <a:pt x="3239" y="429"/>
                  </a:cubicBezTo>
                  <a:lnTo>
                    <a:pt x="3382" y="1072"/>
                  </a:lnTo>
                  <a:cubicBezTo>
                    <a:pt x="3394" y="1143"/>
                    <a:pt x="3429" y="1191"/>
                    <a:pt x="3513" y="1203"/>
                  </a:cubicBezTo>
                  <a:cubicBezTo>
                    <a:pt x="3656" y="1250"/>
                    <a:pt x="3786" y="1310"/>
                    <a:pt x="3917" y="1369"/>
                  </a:cubicBezTo>
                  <a:cubicBezTo>
                    <a:pt x="3947" y="1387"/>
                    <a:pt x="3980" y="1396"/>
                    <a:pt x="4013" y="1396"/>
                  </a:cubicBezTo>
                  <a:cubicBezTo>
                    <a:pt x="4045" y="1396"/>
                    <a:pt x="4078" y="1387"/>
                    <a:pt x="4108" y="1369"/>
                  </a:cubicBezTo>
                  <a:lnTo>
                    <a:pt x="4644" y="1012"/>
                  </a:lnTo>
                  <a:cubicBezTo>
                    <a:pt x="4654" y="1007"/>
                    <a:pt x="4665" y="1004"/>
                    <a:pt x="4678" y="1004"/>
                  </a:cubicBezTo>
                  <a:cubicBezTo>
                    <a:pt x="4695" y="1004"/>
                    <a:pt x="4713" y="1010"/>
                    <a:pt x="4727" y="1024"/>
                  </a:cubicBezTo>
                  <a:lnTo>
                    <a:pt x="4989" y="1286"/>
                  </a:lnTo>
                  <a:cubicBezTo>
                    <a:pt x="5013" y="1310"/>
                    <a:pt x="5013" y="1346"/>
                    <a:pt x="5001" y="1369"/>
                  </a:cubicBezTo>
                  <a:lnTo>
                    <a:pt x="4644" y="1905"/>
                  </a:lnTo>
                  <a:cubicBezTo>
                    <a:pt x="4596" y="1965"/>
                    <a:pt x="4596" y="2036"/>
                    <a:pt x="4644" y="2096"/>
                  </a:cubicBezTo>
                  <a:cubicBezTo>
                    <a:pt x="4715" y="2239"/>
                    <a:pt x="4775" y="2370"/>
                    <a:pt x="4810" y="2501"/>
                  </a:cubicBezTo>
                  <a:cubicBezTo>
                    <a:pt x="4822" y="2560"/>
                    <a:pt x="4882" y="2620"/>
                    <a:pt x="4941" y="2631"/>
                  </a:cubicBezTo>
                  <a:lnTo>
                    <a:pt x="5584" y="2774"/>
                  </a:lnTo>
                  <a:cubicBezTo>
                    <a:pt x="5608" y="2774"/>
                    <a:pt x="5644" y="2798"/>
                    <a:pt x="5644" y="2846"/>
                  </a:cubicBezTo>
                  <a:lnTo>
                    <a:pt x="5644" y="3191"/>
                  </a:lnTo>
                  <a:cubicBezTo>
                    <a:pt x="5644" y="3215"/>
                    <a:pt x="5608" y="3251"/>
                    <a:pt x="5584" y="3263"/>
                  </a:cubicBezTo>
                  <a:lnTo>
                    <a:pt x="4941" y="3393"/>
                  </a:lnTo>
                  <a:cubicBezTo>
                    <a:pt x="4870" y="3405"/>
                    <a:pt x="4822" y="3453"/>
                    <a:pt x="4810" y="3524"/>
                  </a:cubicBezTo>
                  <a:cubicBezTo>
                    <a:pt x="4763" y="3679"/>
                    <a:pt x="4703" y="3810"/>
                    <a:pt x="4644" y="3929"/>
                  </a:cubicBezTo>
                  <a:cubicBezTo>
                    <a:pt x="4608" y="3989"/>
                    <a:pt x="4608" y="4060"/>
                    <a:pt x="4644" y="4120"/>
                  </a:cubicBezTo>
                  <a:lnTo>
                    <a:pt x="5001" y="4656"/>
                  </a:lnTo>
                  <a:cubicBezTo>
                    <a:pt x="5013" y="4691"/>
                    <a:pt x="5013" y="4715"/>
                    <a:pt x="4989" y="4751"/>
                  </a:cubicBezTo>
                  <a:lnTo>
                    <a:pt x="4727" y="5001"/>
                  </a:lnTo>
                  <a:cubicBezTo>
                    <a:pt x="4714" y="5020"/>
                    <a:pt x="4697" y="5029"/>
                    <a:pt x="4681" y="5029"/>
                  </a:cubicBezTo>
                  <a:cubicBezTo>
                    <a:pt x="4668" y="5029"/>
                    <a:pt x="4654" y="5023"/>
                    <a:pt x="4644" y="5013"/>
                  </a:cubicBezTo>
                  <a:lnTo>
                    <a:pt x="4108" y="4656"/>
                  </a:lnTo>
                  <a:cubicBezTo>
                    <a:pt x="4078" y="4638"/>
                    <a:pt x="4045" y="4629"/>
                    <a:pt x="4013" y="4629"/>
                  </a:cubicBezTo>
                  <a:cubicBezTo>
                    <a:pt x="3980" y="4629"/>
                    <a:pt x="3947" y="4638"/>
                    <a:pt x="3917" y="4656"/>
                  </a:cubicBezTo>
                  <a:cubicBezTo>
                    <a:pt x="3775" y="4739"/>
                    <a:pt x="3644" y="4798"/>
                    <a:pt x="3513" y="4822"/>
                  </a:cubicBezTo>
                  <a:cubicBezTo>
                    <a:pt x="3453" y="4834"/>
                    <a:pt x="3394" y="4894"/>
                    <a:pt x="3382" y="4953"/>
                  </a:cubicBezTo>
                  <a:lnTo>
                    <a:pt x="3239" y="5596"/>
                  </a:lnTo>
                  <a:cubicBezTo>
                    <a:pt x="3239" y="5632"/>
                    <a:pt x="3215" y="5656"/>
                    <a:pt x="3167" y="5656"/>
                  </a:cubicBezTo>
                  <a:lnTo>
                    <a:pt x="2822" y="5656"/>
                  </a:lnTo>
                  <a:cubicBezTo>
                    <a:pt x="2798" y="5656"/>
                    <a:pt x="2763" y="5632"/>
                    <a:pt x="2751" y="5596"/>
                  </a:cubicBezTo>
                  <a:lnTo>
                    <a:pt x="2620" y="4953"/>
                  </a:lnTo>
                  <a:cubicBezTo>
                    <a:pt x="2608" y="4882"/>
                    <a:pt x="2560" y="4834"/>
                    <a:pt x="2489" y="4822"/>
                  </a:cubicBezTo>
                  <a:cubicBezTo>
                    <a:pt x="2334" y="4775"/>
                    <a:pt x="2203" y="4715"/>
                    <a:pt x="2084" y="4656"/>
                  </a:cubicBezTo>
                  <a:cubicBezTo>
                    <a:pt x="2054" y="4644"/>
                    <a:pt x="2021" y="4638"/>
                    <a:pt x="1989" y="4638"/>
                  </a:cubicBezTo>
                  <a:cubicBezTo>
                    <a:pt x="1956" y="4638"/>
                    <a:pt x="1923" y="4644"/>
                    <a:pt x="1893" y="4656"/>
                  </a:cubicBezTo>
                  <a:lnTo>
                    <a:pt x="1358" y="5013"/>
                  </a:lnTo>
                  <a:cubicBezTo>
                    <a:pt x="1342" y="5023"/>
                    <a:pt x="1328" y="5029"/>
                    <a:pt x="1314" y="5029"/>
                  </a:cubicBezTo>
                  <a:cubicBezTo>
                    <a:pt x="1298" y="5029"/>
                    <a:pt x="1282" y="5020"/>
                    <a:pt x="1262" y="5001"/>
                  </a:cubicBezTo>
                  <a:lnTo>
                    <a:pt x="1012" y="4751"/>
                  </a:lnTo>
                  <a:cubicBezTo>
                    <a:pt x="977" y="4715"/>
                    <a:pt x="977" y="4691"/>
                    <a:pt x="1000" y="4656"/>
                  </a:cubicBezTo>
                  <a:lnTo>
                    <a:pt x="1346" y="4120"/>
                  </a:lnTo>
                  <a:cubicBezTo>
                    <a:pt x="1393" y="4060"/>
                    <a:pt x="1393" y="3989"/>
                    <a:pt x="1346" y="3929"/>
                  </a:cubicBezTo>
                  <a:cubicBezTo>
                    <a:pt x="1274" y="3798"/>
                    <a:pt x="1215" y="3667"/>
                    <a:pt x="1191" y="3524"/>
                  </a:cubicBezTo>
                  <a:cubicBezTo>
                    <a:pt x="1167" y="3465"/>
                    <a:pt x="1108" y="3405"/>
                    <a:pt x="1048" y="3393"/>
                  </a:cubicBezTo>
                  <a:lnTo>
                    <a:pt x="417" y="3263"/>
                  </a:lnTo>
                  <a:cubicBezTo>
                    <a:pt x="381" y="3263"/>
                    <a:pt x="357" y="3227"/>
                    <a:pt x="357" y="3191"/>
                  </a:cubicBezTo>
                  <a:lnTo>
                    <a:pt x="357" y="2846"/>
                  </a:lnTo>
                  <a:cubicBezTo>
                    <a:pt x="357" y="2810"/>
                    <a:pt x="381" y="2786"/>
                    <a:pt x="417" y="2774"/>
                  </a:cubicBezTo>
                  <a:lnTo>
                    <a:pt x="453" y="2751"/>
                  </a:lnTo>
                  <a:cubicBezTo>
                    <a:pt x="560" y="2739"/>
                    <a:pt x="619" y="2631"/>
                    <a:pt x="608" y="2548"/>
                  </a:cubicBezTo>
                  <a:cubicBezTo>
                    <a:pt x="597" y="2450"/>
                    <a:pt x="506" y="2392"/>
                    <a:pt x="427" y="2392"/>
                  </a:cubicBezTo>
                  <a:cubicBezTo>
                    <a:pt x="419" y="2392"/>
                    <a:pt x="412" y="2392"/>
                    <a:pt x="405" y="2393"/>
                  </a:cubicBezTo>
                  <a:lnTo>
                    <a:pt x="357" y="2417"/>
                  </a:lnTo>
                  <a:cubicBezTo>
                    <a:pt x="143" y="2453"/>
                    <a:pt x="0" y="2631"/>
                    <a:pt x="0" y="2846"/>
                  </a:cubicBezTo>
                  <a:lnTo>
                    <a:pt x="0" y="3191"/>
                  </a:lnTo>
                  <a:cubicBezTo>
                    <a:pt x="0" y="3393"/>
                    <a:pt x="143" y="3572"/>
                    <a:pt x="357" y="3620"/>
                  </a:cubicBezTo>
                  <a:lnTo>
                    <a:pt x="893" y="3727"/>
                  </a:lnTo>
                  <a:cubicBezTo>
                    <a:pt x="917" y="3810"/>
                    <a:pt x="965" y="3917"/>
                    <a:pt x="1012" y="4001"/>
                  </a:cubicBezTo>
                  <a:lnTo>
                    <a:pt x="715" y="4453"/>
                  </a:lnTo>
                  <a:cubicBezTo>
                    <a:pt x="596" y="4632"/>
                    <a:pt x="619" y="4858"/>
                    <a:pt x="774" y="5001"/>
                  </a:cubicBezTo>
                  <a:lnTo>
                    <a:pt x="1024" y="5251"/>
                  </a:lnTo>
                  <a:cubicBezTo>
                    <a:pt x="1112" y="5339"/>
                    <a:pt x="1227" y="5381"/>
                    <a:pt x="1338" y="5381"/>
                  </a:cubicBezTo>
                  <a:cubicBezTo>
                    <a:pt x="1423" y="5381"/>
                    <a:pt x="1505" y="5357"/>
                    <a:pt x="1572" y="5310"/>
                  </a:cubicBezTo>
                  <a:lnTo>
                    <a:pt x="2024" y="5013"/>
                  </a:lnTo>
                  <a:cubicBezTo>
                    <a:pt x="2108" y="5060"/>
                    <a:pt x="2203" y="5108"/>
                    <a:pt x="2310" y="5132"/>
                  </a:cubicBezTo>
                  <a:lnTo>
                    <a:pt x="2405" y="5668"/>
                  </a:lnTo>
                  <a:cubicBezTo>
                    <a:pt x="2453" y="5882"/>
                    <a:pt x="2632" y="6025"/>
                    <a:pt x="2846" y="6025"/>
                  </a:cubicBezTo>
                  <a:lnTo>
                    <a:pt x="3179" y="6025"/>
                  </a:lnTo>
                  <a:cubicBezTo>
                    <a:pt x="3394" y="6025"/>
                    <a:pt x="3572" y="5882"/>
                    <a:pt x="3620" y="5668"/>
                  </a:cubicBezTo>
                  <a:lnTo>
                    <a:pt x="3715" y="5132"/>
                  </a:lnTo>
                  <a:cubicBezTo>
                    <a:pt x="3810" y="5108"/>
                    <a:pt x="3917" y="5060"/>
                    <a:pt x="4001" y="5013"/>
                  </a:cubicBezTo>
                  <a:lnTo>
                    <a:pt x="4453" y="5310"/>
                  </a:lnTo>
                  <a:cubicBezTo>
                    <a:pt x="4529" y="5361"/>
                    <a:pt x="4611" y="5386"/>
                    <a:pt x="4692" y="5386"/>
                  </a:cubicBezTo>
                  <a:cubicBezTo>
                    <a:pt x="4803" y="5386"/>
                    <a:pt x="4912" y="5340"/>
                    <a:pt x="5001" y="5251"/>
                  </a:cubicBezTo>
                  <a:lnTo>
                    <a:pt x="5251" y="5001"/>
                  </a:lnTo>
                  <a:cubicBezTo>
                    <a:pt x="5406" y="4858"/>
                    <a:pt x="5418" y="4620"/>
                    <a:pt x="5310" y="4453"/>
                  </a:cubicBezTo>
                  <a:lnTo>
                    <a:pt x="5013" y="4001"/>
                  </a:lnTo>
                  <a:cubicBezTo>
                    <a:pt x="5060" y="3917"/>
                    <a:pt x="5108" y="3822"/>
                    <a:pt x="5132" y="3727"/>
                  </a:cubicBezTo>
                  <a:lnTo>
                    <a:pt x="5668" y="3620"/>
                  </a:lnTo>
                  <a:cubicBezTo>
                    <a:pt x="5882" y="3572"/>
                    <a:pt x="6025" y="3393"/>
                    <a:pt x="6025" y="3191"/>
                  </a:cubicBezTo>
                  <a:lnTo>
                    <a:pt x="6025" y="2846"/>
                  </a:lnTo>
                  <a:cubicBezTo>
                    <a:pt x="6001" y="2631"/>
                    <a:pt x="5846" y="2453"/>
                    <a:pt x="5644" y="2417"/>
                  </a:cubicBezTo>
                  <a:lnTo>
                    <a:pt x="5108" y="2310"/>
                  </a:lnTo>
                  <a:cubicBezTo>
                    <a:pt x="5072" y="2215"/>
                    <a:pt x="5025" y="2120"/>
                    <a:pt x="4989" y="2024"/>
                  </a:cubicBezTo>
                  <a:lnTo>
                    <a:pt x="5287" y="1584"/>
                  </a:lnTo>
                  <a:cubicBezTo>
                    <a:pt x="5406" y="1405"/>
                    <a:pt x="5370" y="1179"/>
                    <a:pt x="5227" y="1024"/>
                  </a:cubicBezTo>
                  <a:lnTo>
                    <a:pt x="4965" y="774"/>
                  </a:lnTo>
                  <a:cubicBezTo>
                    <a:pt x="4882" y="691"/>
                    <a:pt x="4766" y="648"/>
                    <a:pt x="4651" y="648"/>
                  </a:cubicBezTo>
                  <a:cubicBezTo>
                    <a:pt x="4569" y="648"/>
                    <a:pt x="4487" y="670"/>
                    <a:pt x="4418" y="715"/>
                  </a:cubicBezTo>
                  <a:lnTo>
                    <a:pt x="3977" y="1012"/>
                  </a:lnTo>
                  <a:cubicBezTo>
                    <a:pt x="3882" y="965"/>
                    <a:pt x="3786" y="929"/>
                    <a:pt x="3691" y="893"/>
                  </a:cubicBezTo>
                  <a:lnTo>
                    <a:pt x="3584" y="357"/>
                  </a:lnTo>
                  <a:cubicBezTo>
                    <a:pt x="3536" y="155"/>
                    <a:pt x="3358" y="0"/>
                    <a:pt x="3155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" name="Google Shape;729;p36"/>
            <p:cNvSpPr/>
            <p:nvPr/>
          </p:nvSpPr>
          <p:spPr>
            <a:xfrm>
              <a:off x="2738867" y="2986895"/>
              <a:ext cx="65066" cy="65066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25" y="0"/>
                  </a:moveTo>
                  <a:cubicBezTo>
                    <a:pt x="453" y="0"/>
                    <a:pt x="1" y="453"/>
                    <a:pt x="1" y="1024"/>
                  </a:cubicBezTo>
                  <a:cubicBezTo>
                    <a:pt x="1" y="1584"/>
                    <a:pt x="453" y="2048"/>
                    <a:pt x="1025" y="2048"/>
                  </a:cubicBezTo>
                  <a:cubicBezTo>
                    <a:pt x="1251" y="2048"/>
                    <a:pt x="1465" y="1977"/>
                    <a:pt x="1644" y="1846"/>
                  </a:cubicBezTo>
                  <a:cubicBezTo>
                    <a:pt x="1727" y="1786"/>
                    <a:pt x="1739" y="1667"/>
                    <a:pt x="1680" y="1584"/>
                  </a:cubicBezTo>
                  <a:cubicBezTo>
                    <a:pt x="1646" y="1543"/>
                    <a:pt x="1593" y="1522"/>
                    <a:pt x="1540" y="1522"/>
                  </a:cubicBezTo>
                  <a:cubicBezTo>
                    <a:pt x="1500" y="1522"/>
                    <a:pt x="1461" y="1534"/>
                    <a:pt x="1430" y="1560"/>
                  </a:cubicBezTo>
                  <a:cubicBezTo>
                    <a:pt x="1311" y="1644"/>
                    <a:pt x="1168" y="1691"/>
                    <a:pt x="1025" y="1691"/>
                  </a:cubicBezTo>
                  <a:cubicBezTo>
                    <a:pt x="668" y="1691"/>
                    <a:pt x="370" y="1393"/>
                    <a:pt x="370" y="1036"/>
                  </a:cubicBezTo>
                  <a:cubicBezTo>
                    <a:pt x="382" y="655"/>
                    <a:pt x="680" y="370"/>
                    <a:pt x="1037" y="370"/>
                  </a:cubicBezTo>
                  <a:cubicBezTo>
                    <a:pt x="1394" y="370"/>
                    <a:pt x="1692" y="667"/>
                    <a:pt x="1692" y="1024"/>
                  </a:cubicBezTo>
                  <a:cubicBezTo>
                    <a:pt x="1692" y="1132"/>
                    <a:pt x="1775" y="1203"/>
                    <a:pt x="1870" y="1203"/>
                  </a:cubicBezTo>
                  <a:cubicBezTo>
                    <a:pt x="1965" y="1203"/>
                    <a:pt x="2049" y="1108"/>
                    <a:pt x="2049" y="1024"/>
                  </a:cubicBezTo>
                  <a:cubicBezTo>
                    <a:pt x="2049" y="453"/>
                    <a:pt x="1584" y="0"/>
                    <a:pt x="1025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" name="Google Shape;730;p36"/>
            <p:cNvSpPr/>
            <p:nvPr/>
          </p:nvSpPr>
          <p:spPr>
            <a:xfrm>
              <a:off x="2604670" y="2851904"/>
              <a:ext cx="70718" cy="71131"/>
            </a:xfrm>
            <a:custGeom>
              <a:avLst/>
              <a:gdLst/>
              <a:ahLst/>
              <a:cxnLst/>
              <a:rect l="l" t="t" r="r" b="b"/>
              <a:pathLst>
                <a:path w="2227" h="2240" extrusionOk="0">
                  <a:moveTo>
                    <a:pt x="1107" y="382"/>
                  </a:moveTo>
                  <a:cubicBezTo>
                    <a:pt x="1512" y="382"/>
                    <a:pt x="1858" y="715"/>
                    <a:pt x="1858" y="1120"/>
                  </a:cubicBezTo>
                  <a:cubicBezTo>
                    <a:pt x="1858" y="1525"/>
                    <a:pt x="1512" y="1870"/>
                    <a:pt x="1107" y="1870"/>
                  </a:cubicBezTo>
                  <a:cubicBezTo>
                    <a:pt x="691" y="1870"/>
                    <a:pt x="369" y="1525"/>
                    <a:pt x="369" y="1120"/>
                  </a:cubicBezTo>
                  <a:cubicBezTo>
                    <a:pt x="369" y="703"/>
                    <a:pt x="703" y="382"/>
                    <a:pt x="1107" y="382"/>
                  </a:cubicBezTo>
                  <a:close/>
                  <a:moveTo>
                    <a:pt x="1107" y="1"/>
                  </a:moveTo>
                  <a:cubicBezTo>
                    <a:pt x="500" y="1"/>
                    <a:pt x="0" y="513"/>
                    <a:pt x="0" y="1120"/>
                  </a:cubicBezTo>
                  <a:cubicBezTo>
                    <a:pt x="0" y="1727"/>
                    <a:pt x="500" y="2239"/>
                    <a:pt x="1107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513"/>
                    <a:pt x="1727" y="1"/>
                    <a:pt x="1107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" name="Google Shape;732;p36"/>
          <p:cNvGrpSpPr/>
          <p:nvPr/>
        </p:nvGrpSpPr>
        <p:grpSpPr>
          <a:xfrm>
            <a:off x="4417196" y="2834313"/>
            <a:ext cx="309505" cy="260656"/>
            <a:chOff x="2171474" y="3369229"/>
            <a:chExt cx="408156" cy="343737"/>
          </a:xfrm>
        </p:grpSpPr>
        <p:sp>
          <p:nvSpPr>
            <p:cNvPr id="733" name="Google Shape;733;p36"/>
            <p:cNvSpPr/>
            <p:nvPr/>
          </p:nvSpPr>
          <p:spPr>
            <a:xfrm>
              <a:off x="2171474" y="3369229"/>
              <a:ext cx="408156" cy="343737"/>
            </a:xfrm>
            <a:custGeom>
              <a:avLst/>
              <a:gdLst/>
              <a:ahLst/>
              <a:cxnLst/>
              <a:rect l="l" t="t" r="r" b="b"/>
              <a:pathLst>
                <a:path w="12824" h="10800" extrusionOk="0">
                  <a:moveTo>
                    <a:pt x="5395" y="345"/>
                  </a:moveTo>
                  <a:cubicBezTo>
                    <a:pt x="5561" y="345"/>
                    <a:pt x="5704" y="405"/>
                    <a:pt x="5823" y="536"/>
                  </a:cubicBezTo>
                  <a:lnTo>
                    <a:pt x="6478" y="1191"/>
                  </a:lnTo>
                  <a:lnTo>
                    <a:pt x="5645" y="1191"/>
                  </a:lnTo>
                  <a:cubicBezTo>
                    <a:pt x="5537" y="1191"/>
                    <a:pt x="5442" y="1143"/>
                    <a:pt x="5347" y="1072"/>
                  </a:cubicBezTo>
                  <a:lnTo>
                    <a:pt x="4633" y="357"/>
                  </a:lnTo>
                  <a:lnTo>
                    <a:pt x="5395" y="357"/>
                  </a:lnTo>
                  <a:lnTo>
                    <a:pt x="5395" y="345"/>
                  </a:lnTo>
                  <a:close/>
                  <a:moveTo>
                    <a:pt x="6883" y="357"/>
                  </a:moveTo>
                  <a:cubicBezTo>
                    <a:pt x="7049" y="357"/>
                    <a:pt x="7192" y="417"/>
                    <a:pt x="7311" y="536"/>
                  </a:cubicBezTo>
                  <a:lnTo>
                    <a:pt x="7966" y="1191"/>
                  </a:lnTo>
                  <a:lnTo>
                    <a:pt x="7823" y="1191"/>
                  </a:lnTo>
                  <a:cubicBezTo>
                    <a:pt x="7716" y="1191"/>
                    <a:pt x="7621" y="1274"/>
                    <a:pt x="7621" y="1381"/>
                  </a:cubicBezTo>
                  <a:cubicBezTo>
                    <a:pt x="7621" y="1488"/>
                    <a:pt x="7716" y="1572"/>
                    <a:pt x="7823" y="1572"/>
                  </a:cubicBezTo>
                  <a:lnTo>
                    <a:pt x="12026" y="1572"/>
                  </a:lnTo>
                  <a:cubicBezTo>
                    <a:pt x="12253" y="1572"/>
                    <a:pt x="12443" y="1750"/>
                    <a:pt x="12443" y="1988"/>
                  </a:cubicBezTo>
                  <a:lnTo>
                    <a:pt x="12431" y="10001"/>
                  </a:lnTo>
                  <a:cubicBezTo>
                    <a:pt x="12431" y="10216"/>
                    <a:pt x="12253" y="10418"/>
                    <a:pt x="12014" y="10418"/>
                  </a:cubicBezTo>
                  <a:lnTo>
                    <a:pt x="775" y="10418"/>
                  </a:lnTo>
                  <a:cubicBezTo>
                    <a:pt x="561" y="10418"/>
                    <a:pt x="358" y="10239"/>
                    <a:pt x="358" y="10001"/>
                  </a:cubicBezTo>
                  <a:lnTo>
                    <a:pt x="358" y="774"/>
                  </a:lnTo>
                  <a:cubicBezTo>
                    <a:pt x="358" y="548"/>
                    <a:pt x="537" y="357"/>
                    <a:pt x="775" y="357"/>
                  </a:cubicBezTo>
                  <a:lnTo>
                    <a:pt x="3859" y="357"/>
                  </a:lnTo>
                  <a:cubicBezTo>
                    <a:pt x="4025" y="357"/>
                    <a:pt x="4168" y="417"/>
                    <a:pt x="4287" y="536"/>
                  </a:cubicBezTo>
                  <a:lnTo>
                    <a:pt x="5085" y="1322"/>
                  </a:lnTo>
                  <a:cubicBezTo>
                    <a:pt x="5228" y="1465"/>
                    <a:pt x="5418" y="1560"/>
                    <a:pt x="5645" y="1560"/>
                  </a:cubicBezTo>
                  <a:lnTo>
                    <a:pt x="6942" y="1560"/>
                  </a:lnTo>
                  <a:cubicBezTo>
                    <a:pt x="7014" y="1560"/>
                    <a:pt x="7085" y="1512"/>
                    <a:pt x="7121" y="1441"/>
                  </a:cubicBezTo>
                  <a:cubicBezTo>
                    <a:pt x="7145" y="1369"/>
                    <a:pt x="7133" y="1286"/>
                    <a:pt x="7073" y="1226"/>
                  </a:cubicBezTo>
                  <a:lnTo>
                    <a:pt x="6192" y="357"/>
                  </a:lnTo>
                  <a:close/>
                  <a:moveTo>
                    <a:pt x="799" y="0"/>
                  </a:moveTo>
                  <a:cubicBezTo>
                    <a:pt x="358" y="0"/>
                    <a:pt x="1" y="345"/>
                    <a:pt x="1" y="786"/>
                  </a:cubicBezTo>
                  <a:lnTo>
                    <a:pt x="1" y="10013"/>
                  </a:lnTo>
                  <a:cubicBezTo>
                    <a:pt x="1" y="10442"/>
                    <a:pt x="358" y="10799"/>
                    <a:pt x="799" y="10799"/>
                  </a:cubicBezTo>
                  <a:lnTo>
                    <a:pt x="12026" y="10799"/>
                  </a:lnTo>
                  <a:cubicBezTo>
                    <a:pt x="12467" y="10799"/>
                    <a:pt x="12824" y="10442"/>
                    <a:pt x="12824" y="10013"/>
                  </a:cubicBezTo>
                  <a:lnTo>
                    <a:pt x="12824" y="1988"/>
                  </a:lnTo>
                  <a:cubicBezTo>
                    <a:pt x="12824" y="1524"/>
                    <a:pt x="12467" y="1191"/>
                    <a:pt x="12026" y="1191"/>
                  </a:cubicBezTo>
                  <a:lnTo>
                    <a:pt x="8490" y="1191"/>
                  </a:lnTo>
                  <a:lnTo>
                    <a:pt x="7585" y="274"/>
                  </a:lnTo>
                  <a:cubicBezTo>
                    <a:pt x="7383" y="83"/>
                    <a:pt x="7145" y="0"/>
                    <a:pt x="6883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2292737" y="3477220"/>
              <a:ext cx="164898" cy="164866"/>
            </a:xfrm>
            <a:custGeom>
              <a:avLst/>
              <a:gdLst/>
              <a:ahLst/>
              <a:cxnLst/>
              <a:rect l="l" t="t" r="r" b="b"/>
              <a:pathLst>
                <a:path w="5181" h="5180" extrusionOk="0">
                  <a:moveTo>
                    <a:pt x="2799" y="1382"/>
                  </a:moveTo>
                  <a:cubicBezTo>
                    <a:pt x="3025" y="1382"/>
                    <a:pt x="3216" y="1560"/>
                    <a:pt x="3216" y="1798"/>
                  </a:cubicBezTo>
                  <a:lnTo>
                    <a:pt x="3216" y="2203"/>
                  </a:lnTo>
                  <a:cubicBezTo>
                    <a:pt x="3204" y="2525"/>
                    <a:pt x="2942" y="2810"/>
                    <a:pt x="2597" y="2810"/>
                  </a:cubicBezTo>
                  <a:cubicBezTo>
                    <a:pt x="2251" y="2810"/>
                    <a:pt x="1977" y="2525"/>
                    <a:pt x="1977" y="2203"/>
                  </a:cubicBezTo>
                  <a:lnTo>
                    <a:pt x="1977" y="1798"/>
                  </a:lnTo>
                  <a:cubicBezTo>
                    <a:pt x="1977" y="1572"/>
                    <a:pt x="2156" y="1382"/>
                    <a:pt x="2406" y="1382"/>
                  </a:cubicBezTo>
                  <a:close/>
                  <a:moveTo>
                    <a:pt x="2799" y="3156"/>
                  </a:moveTo>
                  <a:lnTo>
                    <a:pt x="2799" y="3275"/>
                  </a:lnTo>
                  <a:cubicBezTo>
                    <a:pt x="2799" y="3346"/>
                    <a:pt x="2835" y="3406"/>
                    <a:pt x="2858" y="3465"/>
                  </a:cubicBezTo>
                  <a:lnTo>
                    <a:pt x="2608" y="3715"/>
                  </a:lnTo>
                  <a:lnTo>
                    <a:pt x="2573" y="3715"/>
                  </a:lnTo>
                  <a:lnTo>
                    <a:pt x="2323" y="3465"/>
                  </a:lnTo>
                  <a:cubicBezTo>
                    <a:pt x="2358" y="3406"/>
                    <a:pt x="2382" y="3346"/>
                    <a:pt x="2382" y="3275"/>
                  </a:cubicBezTo>
                  <a:lnTo>
                    <a:pt x="2382" y="3156"/>
                  </a:lnTo>
                  <a:cubicBezTo>
                    <a:pt x="2454" y="3167"/>
                    <a:pt x="2513" y="3179"/>
                    <a:pt x="2597" y="3179"/>
                  </a:cubicBezTo>
                  <a:cubicBezTo>
                    <a:pt x="2668" y="3179"/>
                    <a:pt x="2739" y="3167"/>
                    <a:pt x="2799" y="3156"/>
                  </a:cubicBezTo>
                  <a:close/>
                  <a:moveTo>
                    <a:pt x="2573" y="381"/>
                  </a:moveTo>
                  <a:cubicBezTo>
                    <a:pt x="3799" y="381"/>
                    <a:pt x="4799" y="1382"/>
                    <a:pt x="4799" y="2596"/>
                  </a:cubicBezTo>
                  <a:cubicBezTo>
                    <a:pt x="4811" y="3287"/>
                    <a:pt x="4490" y="3906"/>
                    <a:pt x="3978" y="4322"/>
                  </a:cubicBezTo>
                  <a:lnTo>
                    <a:pt x="3978" y="4049"/>
                  </a:lnTo>
                  <a:cubicBezTo>
                    <a:pt x="3978" y="3822"/>
                    <a:pt x="3859" y="3608"/>
                    <a:pt x="3656" y="3525"/>
                  </a:cubicBezTo>
                  <a:lnTo>
                    <a:pt x="3180" y="3287"/>
                  </a:lnTo>
                  <a:lnTo>
                    <a:pt x="3180" y="3275"/>
                  </a:lnTo>
                  <a:lnTo>
                    <a:pt x="3180" y="2989"/>
                  </a:lnTo>
                  <a:cubicBezTo>
                    <a:pt x="3418" y="2810"/>
                    <a:pt x="3573" y="2513"/>
                    <a:pt x="3573" y="2203"/>
                  </a:cubicBezTo>
                  <a:lnTo>
                    <a:pt x="3573" y="1798"/>
                  </a:lnTo>
                  <a:cubicBezTo>
                    <a:pt x="3573" y="1370"/>
                    <a:pt x="3216" y="1012"/>
                    <a:pt x="2787" y="1012"/>
                  </a:cubicBezTo>
                  <a:lnTo>
                    <a:pt x="2382" y="1012"/>
                  </a:lnTo>
                  <a:cubicBezTo>
                    <a:pt x="1954" y="1012"/>
                    <a:pt x="1596" y="1370"/>
                    <a:pt x="1596" y="1798"/>
                  </a:cubicBezTo>
                  <a:lnTo>
                    <a:pt x="1596" y="2203"/>
                  </a:lnTo>
                  <a:cubicBezTo>
                    <a:pt x="1596" y="2525"/>
                    <a:pt x="1763" y="2810"/>
                    <a:pt x="2001" y="2989"/>
                  </a:cubicBezTo>
                  <a:lnTo>
                    <a:pt x="2001" y="3275"/>
                  </a:lnTo>
                  <a:lnTo>
                    <a:pt x="2001" y="3287"/>
                  </a:lnTo>
                  <a:lnTo>
                    <a:pt x="1525" y="3525"/>
                  </a:lnTo>
                  <a:cubicBezTo>
                    <a:pt x="1334" y="3632"/>
                    <a:pt x="1192" y="3822"/>
                    <a:pt x="1192" y="4049"/>
                  </a:cubicBezTo>
                  <a:lnTo>
                    <a:pt x="1192" y="4322"/>
                  </a:lnTo>
                  <a:cubicBezTo>
                    <a:pt x="692" y="3918"/>
                    <a:pt x="358" y="3298"/>
                    <a:pt x="358" y="2596"/>
                  </a:cubicBezTo>
                  <a:cubicBezTo>
                    <a:pt x="358" y="1382"/>
                    <a:pt x="1358" y="381"/>
                    <a:pt x="2573" y="381"/>
                  </a:cubicBezTo>
                  <a:close/>
                  <a:moveTo>
                    <a:pt x="3156" y="3691"/>
                  </a:moveTo>
                  <a:lnTo>
                    <a:pt x="3490" y="3846"/>
                  </a:lnTo>
                  <a:cubicBezTo>
                    <a:pt x="3561" y="3882"/>
                    <a:pt x="3609" y="3953"/>
                    <a:pt x="3609" y="4049"/>
                  </a:cubicBezTo>
                  <a:lnTo>
                    <a:pt x="3609" y="4560"/>
                  </a:lnTo>
                  <a:cubicBezTo>
                    <a:pt x="3311" y="4727"/>
                    <a:pt x="2954" y="4822"/>
                    <a:pt x="2597" y="4822"/>
                  </a:cubicBezTo>
                  <a:cubicBezTo>
                    <a:pt x="2227" y="4822"/>
                    <a:pt x="1882" y="4727"/>
                    <a:pt x="1585" y="4560"/>
                  </a:cubicBezTo>
                  <a:lnTo>
                    <a:pt x="1585" y="4049"/>
                  </a:lnTo>
                  <a:cubicBezTo>
                    <a:pt x="1585" y="3965"/>
                    <a:pt x="1632" y="3894"/>
                    <a:pt x="1704" y="3846"/>
                  </a:cubicBezTo>
                  <a:lnTo>
                    <a:pt x="2025" y="3691"/>
                  </a:lnTo>
                  <a:lnTo>
                    <a:pt x="2323" y="3989"/>
                  </a:lnTo>
                  <a:cubicBezTo>
                    <a:pt x="2406" y="4060"/>
                    <a:pt x="2489" y="4108"/>
                    <a:pt x="2597" y="4108"/>
                  </a:cubicBezTo>
                  <a:cubicBezTo>
                    <a:pt x="2704" y="4108"/>
                    <a:pt x="2799" y="4060"/>
                    <a:pt x="2858" y="3989"/>
                  </a:cubicBezTo>
                  <a:lnTo>
                    <a:pt x="3156" y="3691"/>
                  </a:lnTo>
                  <a:close/>
                  <a:moveTo>
                    <a:pt x="2597" y="0"/>
                  </a:moveTo>
                  <a:cubicBezTo>
                    <a:pt x="1168" y="0"/>
                    <a:pt x="1" y="1155"/>
                    <a:pt x="1" y="2584"/>
                  </a:cubicBezTo>
                  <a:cubicBezTo>
                    <a:pt x="1" y="4013"/>
                    <a:pt x="1168" y="5180"/>
                    <a:pt x="2597" y="5180"/>
                  </a:cubicBezTo>
                  <a:cubicBezTo>
                    <a:pt x="4025" y="5180"/>
                    <a:pt x="5180" y="4013"/>
                    <a:pt x="5180" y="2584"/>
                  </a:cubicBezTo>
                  <a:cubicBezTo>
                    <a:pt x="5180" y="1155"/>
                    <a:pt x="4025" y="0"/>
                    <a:pt x="2597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" name="Google Shape;735;p36"/>
            <p:cNvSpPr/>
            <p:nvPr/>
          </p:nvSpPr>
          <p:spPr>
            <a:xfrm>
              <a:off x="2256358" y="3451503"/>
              <a:ext cx="188769" cy="177311"/>
            </a:xfrm>
            <a:custGeom>
              <a:avLst/>
              <a:gdLst/>
              <a:ahLst/>
              <a:cxnLst/>
              <a:rect l="l" t="t" r="r" b="b"/>
              <a:pathLst>
                <a:path w="5931" h="5571" extrusionOk="0">
                  <a:moveTo>
                    <a:pt x="3751" y="0"/>
                  </a:moveTo>
                  <a:cubicBezTo>
                    <a:pt x="2872" y="0"/>
                    <a:pt x="1994" y="341"/>
                    <a:pt x="1323" y="999"/>
                  </a:cubicBezTo>
                  <a:cubicBezTo>
                    <a:pt x="120" y="2201"/>
                    <a:pt x="1" y="4142"/>
                    <a:pt x="1049" y="5488"/>
                  </a:cubicBezTo>
                  <a:cubicBezTo>
                    <a:pt x="1073" y="5535"/>
                    <a:pt x="1132" y="5571"/>
                    <a:pt x="1192" y="5571"/>
                  </a:cubicBezTo>
                  <a:cubicBezTo>
                    <a:pt x="1239" y="5571"/>
                    <a:pt x="1263" y="5547"/>
                    <a:pt x="1311" y="5523"/>
                  </a:cubicBezTo>
                  <a:cubicBezTo>
                    <a:pt x="1382" y="5464"/>
                    <a:pt x="1406" y="5345"/>
                    <a:pt x="1346" y="5249"/>
                  </a:cubicBezTo>
                  <a:cubicBezTo>
                    <a:pt x="406" y="4047"/>
                    <a:pt x="525" y="2332"/>
                    <a:pt x="1596" y="1261"/>
                  </a:cubicBezTo>
                  <a:cubicBezTo>
                    <a:pt x="2181" y="676"/>
                    <a:pt x="2961" y="375"/>
                    <a:pt x="3742" y="375"/>
                  </a:cubicBezTo>
                  <a:cubicBezTo>
                    <a:pt x="4393" y="375"/>
                    <a:pt x="5044" y="584"/>
                    <a:pt x="5585" y="1011"/>
                  </a:cubicBezTo>
                  <a:cubicBezTo>
                    <a:pt x="5616" y="1037"/>
                    <a:pt x="5656" y="1049"/>
                    <a:pt x="5697" y="1049"/>
                  </a:cubicBezTo>
                  <a:cubicBezTo>
                    <a:pt x="5750" y="1049"/>
                    <a:pt x="5806" y="1028"/>
                    <a:pt x="5847" y="987"/>
                  </a:cubicBezTo>
                  <a:cubicBezTo>
                    <a:pt x="5930" y="904"/>
                    <a:pt x="5895" y="773"/>
                    <a:pt x="5823" y="713"/>
                  </a:cubicBezTo>
                  <a:cubicBezTo>
                    <a:pt x="5209" y="233"/>
                    <a:pt x="4479" y="0"/>
                    <a:pt x="3751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" name="Google Shape;736;p36"/>
            <p:cNvSpPr/>
            <p:nvPr/>
          </p:nvSpPr>
          <p:spPr>
            <a:xfrm>
              <a:off x="2305245" y="3491160"/>
              <a:ext cx="189151" cy="176706"/>
            </a:xfrm>
            <a:custGeom>
              <a:avLst/>
              <a:gdLst/>
              <a:ahLst/>
              <a:cxnLst/>
              <a:rect l="l" t="t" r="r" b="b"/>
              <a:pathLst>
                <a:path w="5943" h="5552" extrusionOk="0">
                  <a:moveTo>
                    <a:pt x="4739" y="1"/>
                  </a:moveTo>
                  <a:cubicBezTo>
                    <a:pt x="4695" y="1"/>
                    <a:pt x="4650" y="13"/>
                    <a:pt x="4609" y="39"/>
                  </a:cubicBezTo>
                  <a:cubicBezTo>
                    <a:pt x="4537" y="98"/>
                    <a:pt x="4525" y="217"/>
                    <a:pt x="4585" y="301"/>
                  </a:cubicBezTo>
                  <a:cubicBezTo>
                    <a:pt x="5513" y="1503"/>
                    <a:pt x="5406" y="3218"/>
                    <a:pt x="4335" y="4289"/>
                  </a:cubicBezTo>
                  <a:cubicBezTo>
                    <a:pt x="3750" y="4874"/>
                    <a:pt x="2970" y="5175"/>
                    <a:pt x="2189" y="5175"/>
                  </a:cubicBezTo>
                  <a:cubicBezTo>
                    <a:pt x="1538" y="5175"/>
                    <a:pt x="887" y="4966"/>
                    <a:pt x="346" y="4539"/>
                  </a:cubicBezTo>
                  <a:cubicBezTo>
                    <a:pt x="314" y="4516"/>
                    <a:pt x="276" y="4505"/>
                    <a:pt x="237" y="4505"/>
                  </a:cubicBezTo>
                  <a:cubicBezTo>
                    <a:pt x="177" y="4505"/>
                    <a:pt x="116" y="4531"/>
                    <a:pt x="72" y="4575"/>
                  </a:cubicBezTo>
                  <a:cubicBezTo>
                    <a:pt x="1" y="4646"/>
                    <a:pt x="25" y="4765"/>
                    <a:pt x="96" y="4837"/>
                  </a:cubicBezTo>
                  <a:cubicBezTo>
                    <a:pt x="715" y="5313"/>
                    <a:pt x="1453" y="5551"/>
                    <a:pt x="2180" y="5551"/>
                  </a:cubicBezTo>
                  <a:cubicBezTo>
                    <a:pt x="3061" y="5551"/>
                    <a:pt x="3930" y="5218"/>
                    <a:pt x="4597" y="4551"/>
                  </a:cubicBezTo>
                  <a:cubicBezTo>
                    <a:pt x="5823" y="3349"/>
                    <a:pt x="5942" y="1420"/>
                    <a:pt x="4882" y="62"/>
                  </a:cubicBezTo>
                  <a:cubicBezTo>
                    <a:pt x="4849" y="22"/>
                    <a:pt x="4796" y="1"/>
                    <a:pt x="473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" name="Google Shape;10847;p59"/>
          <p:cNvGrpSpPr/>
          <p:nvPr/>
        </p:nvGrpSpPr>
        <p:grpSpPr>
          <a:xfrm>
            <a:off x="7474663" y="2771373"/>
            <a:ext cx="377474" cy="335748"/>
            <a:chOff x="854261" y="2908813"/>
            <a:chExt cx="377474" cy="335748"/>
          </a:xfrm>
        </p:grpSpPr>
        <p:sp>
          <p:nvSpPr>
            <p:cNvPr id="49" name="Google Shape;10848;p59"/>
            <p:cNvSpPr/>
            <p:nvPr/>
          </p:nvSpPr>
          <p:spPr>
            <a:xfrm>
              <a:off x="896337" y="3079695"/>
              <a:ext cx="47391" cy="17091"/>
            </a:xfrm>
            <a:custGeom>
              <a:avLst/>
              <a:gdLst/>
              <a:ahLst/>
              <a:cxnLst/>
              <a:rect l="l" t="t" r="r" b="b"/>
              <a:pathLst>
                <a:path w="1489" h="537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10849;p59"/>
            <p:cNvSpPr/>
            <p:nvPr/>
          </p:nvSpPr>
          <p:spPr>
            <a:xfrm>
              <a:off x="878514" y="3191855"/>
              <a:ext cx="11426" cy="52706"/>
            </a:xfrm>
            <a:custGeom>
              <a:avLst/>
              <a:gdLst/>
              <a:ahLst/>
              <a:cxnLst/>
              <a:rect l="l" t="t" r="r" b="b"/>
              <a:pathLst>
                <a:path w="359" h="1656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10850;p59"/>
            <p:cNvSpPr/>
            <p:nvPr/>
          </p:nvSpPr>
          <p:spPr>
            <a:xfrm>
              <a:off x="854261" y="3050159"/>
              <a:ext cx="219451" cy="194052"/>
            </a:xfrm>
            <a:custGeom>
              <a:avLst/>
              <a:gdLst/>
              <a:ahLst/>
              <a:cxnLst/>
              <a:rect l="l" t="t" r="r" b="b"/>
              <a:pathLst>
                <a:path w="6895" h="6097" extrusionOk="0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10851;p59"/>
            <p:cNvSpPr/>
            <p:nvPr/>
          </p:nvSpPr>
          <p:spPr>
            <a:xfrm>
              <a:off x="1008115" y="2908813"/>
              <a:ext cx="223620" cy="188355"/>
            </a:xfrm>
            <a:custGeom>
              <a:avLst/>
              <a:gdLst/>
              <a:ahLst/>
              <a:cxnLst/>
              <a:rect l="l" t="t" r="r" b="b"/>
              <a:pathLst>
                <a:path w="7026" h="5918" extrusionOk="0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10852;p59"/>
            <p:cNvSpPr/>
            <p:nvPr/>
          </p:nvSpPr>
          <p:spPr>
            <a:xfrm>
              <a:off x="1037301" y="2944046"/>
              <a:ext cx="165248" cy="105763"/>
            </a:xfrm>
            <a:custGeom>
              <a:avLst/>
              <a:gdLst/>
              <a:ahLst/>
              <a:cxnLst/>
              <a:rect l="l" t="t" r="r" b="b"/>
              <a:pathLst>
                <a:path w="5192" h="3323" extrusionOk="0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" name="Google Shape;10333;p58"/>
          <p:cNvGrpSpPr/>
          <p:nvPr/>
        </p:nvGrpSpPr>
        <p:grpSpPr>
          <a:xfrm>
            <a:off x="5938210" y="2774479"/>
            <a:ext cx="379489" cy="366046"/>
            <a:chOff x="1284212" y="1963766"/>
            <a:chExt cx="379489" cy="366046"/>
          </a:xfrm>
        </p:grpSpPr>
        <p:sp>
          <p:nvSpPr>
            <p:cNvPr id="55" name="Google Shape;10334;p58"/>
            <p:cNvSpPr/>
            <p:nvPr/>
          </p:nvSpPr>
          <p:spPr>
            <a:xfrm>
              <a:off x="1436861" y="2112975"/>
              <a:ext cx="69444" cy="68902"/>
            </a:xfrm>
            <a:custGeom>
              <a:avLst/>
              <a:gdLst/>
              <a:ahLst/>
              <a:cxnLst/>
              <a:rect l="l" t="t" r="r" b="b"/>
              <a:pathLst>
                <a:path w="2180" h="2163" extrusionOk="0">
                  <a:moveTo>
                    <a:pt x="1086" y="1"/>
                  </a:moveTo>
                  <a:cubicBezTo>
                    <a:pt x="526" y="1"/>
                    <a:pt x="0" y="443"/>
                    <a:pt x="0" y="1079"/>
                  </a:cubicBezTo>
                  <a:cubicBezTo>
                    <a:pt x="0" y="1675"/>
                    <a:pt x="501" y="2163"/>
                    <a:pt x="1096" y="2163"/>
                  </a:cubicBezTo>
                  <a:cubicBezTo>
                    <a:pt x="1703" y="2163"/>
                    <a:pt x="2179" y="1675"/>
                    <a:pt x="2179" y="1079"/>
                  </a:cubicBezTo>
                  <a:cubicBezTo>
                    <a:pt x="2144" y="1020"/>
                    <a:pt x="2144" y="960"/>
                    <a:pt x="2132" y="889"/>
                  </a:cubicBezTo>
                  <a:cubicBezTo>
                    <a:pt x="2121" y="802"/>
                    <a:pt x="2040" y="744"/>
                    <a:pt x="1963" y="744"/>
                  </a:cubicBezTo>
                  <a:cubicBezTo>
                    <a:pt x="1955" y="744"/>
                    <a:pt x="1948" y="745"/>
                    <a:pt x="1941" y="746"/>
                  </a:cubicBezTo>
                  <a:cubicBezTo>
                    <a:pt x="1846" y="770"/>
                    <a:pt x="1786" y="853"/>
                    <a:pt x="1810" y="948"/>
                  </a:cubicBezTo>
                  <a:cubicBezTo>
                    <a:pt x="1883" y="1428"/>
                    <a:pt x="1488" y="1811"/>
                    <a:pt x="1059" y="1811"/>
                  </a:cubicBezTo>
                  <a:cubicBezTo>
                    <a:pt x="923" y="1811"/>
                    <a:pt x="784" y="1772"/>
                    <a:pt x="655" y="1687"/>
                  </a:cubicBezTo>
                  <a:cubicBezTo>
                    <a:pt x="48" y="1282"/>
                    <a:pt x="346" y="329"/>
                    <a:pt x="1072" y="329"/>
                  </a:cubicBezTo>
                  <a:cubicBezTo>
                    <a:pt x="1239" y="329"/>
                    <a:pt x="1405" y="389"/>
                    <a:pt x="1536" y="496"/>
                  </a:cubicBezTo>
                  <a:cubicBezTo>
                    <a:pt x="1567" y="522"/>
                    <a:pt x="1605" y="534"/>
                    <a:pt x="1642" y="534"/>
                  </a:cubicBezTo>
                  <a:cubicBezTo>
                    <a:pt x="1692" y="534"/>
                    <a:pt x="1741" y="513"/>
                    <a:pt x="1774" y="472"/>
                  </a:cubicBezTo>
                  <a:cubicBezTo>
                    <a:pt x="1834" y="389"/>
                    <a:pt x="1822" y="294"/>
                    <a:pt x="1751" y="234"/>
                  </a:cubicBezTo>
                  <a:cubicBezTo>
                    <a:pt x="1545" y="73"/>
                    <a:pt x="1313" y="1"/>
                    <a:pt x="108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2"/>
                </a:solidFill>
              </a:endParaRPr>
            </a:p>
          </p:txBody>
        </p:sp>
        <p:sp>
          <p:nvSpPr>
            <p:cNvPr id="56" name="Google Shape;10335;p58"/>
            <p:cNvSpPr/>
            <p:nvPr/>
          </p:nvSpPr>
          <p:spPr>
            <a:xfrm>
              <a:off x="1284212" y="1963766"/>
              <a:ext cx="379489" cy="366046"/>
            </a:xfrm>
            <a:custGeom>
              <a:avLst/>
              <a:gdLst/>
              <a:ahLst/>
              <a:cxnLst/>
              <a:rect l="l" t="t" r="r" b="b"/>
              <a:pathLst>
                <a:path w="11913" h="11491" extrusionOk="0">
                  <a:moveTo>
                    <a:pt x="1031" y="2185"/>
                  </a:moveTo>
                  <a:cubicBezTo>
                    <a:pt x="1151" y="2185"/>
                    <a:pt x="1275" y="2224"/>
                    <a:pt x="1387" y="2311"/>
                  </a:cubicBezTo>
                  <a:cubicBezTo>
                    <a:pt x="1625" y="2489"/>
                    <a:pt x="1673" y="2834"/>
                    <a:pt x="1506" y="3084"/>
                  </a:cubicBezTo>
                  <a:cubicBezTo>
                    <a:pt x="1389" y="3256"/>
                    <a:pt x="1207" y="3337"/>
                    <a:pt x="1026" y="3337"/>
                  </a:cubicBezTo>
                  <a:cubicBezTo>
                    <a:pt x="767" y="3337"/>
                    <a:pt x="510" y="3171"/>
                    <a:pt x="447" y="2870"/>
                  </a:cubicBezTo>
                  <a:cubicBezTo>
                    <a:pt x="376" y="2492"/>
                    <a:pt x="689" y="2185"/>
                    <a:pt x="1031" y="2185"/>
                  </a:cubicBezTo>
                  <a:close/>
                  <a:moveTo>
                    <a:pt x="4269" y="3025"/>
                  </a:moveTo>
                  <a:cubicBezTo>
                    <a:pt x="4364" y="3073"/>
                    <a:pt x="5435" y="3680"/>
                    <a:pt x="5519" y="3739"/>
                  </a:cubicBezTo>
                  <a:lnTo>
                    <a:pt x="4269" y="4454"/>
                  </a:lnTo>
                  <a:lnTo>
                    <a:pt x="4269" y="3025"/>
                  </a:lnTo>
                  <a:close/>
                  <a:moveTo>
                    <a:pt x="7448" y="3025"/>
                  </a:moveTo>
                  <a:lnTo>
                    <a:pt x="7448" y="4454"/>
                  </a:lnTo>
                  <a:lnTo>
                    <a:pt x="6197" y="3739"/>
                  </a:lnTo>
                  <a:lnTo>
                    <a:pt x="7448" y="3025"/>
                  </a:lnTo>
                  <a:close/>
                  <a:moveTo>
                    <a:pt x="2550" y="2268"/>
                  </a:moveTo>
                  <a:cubicBezTo>
                    <a:pt x="2817" y="2268"/>
                    <a:pt x="3085" y="2336"/>
                    <a:pt x="3328" y="2477"/>
                  </a:cubicBezTo>
                  <a:cubicBezTo>
                    <a:pt x="3697" y="2692"/>
                    <a:pt x="3566" y="2608"/>
                    <a:pt x="3935" y="2811"/>
                  </a:cubicBezTo>
                  <a:lnTo>
                    <a:pt x="3935" y="4644"/>
                  </a:lnTo>
                  <a:lnTo>
                    <a:pt x="2328" y="5573"/>
                  </a:lnTo>
                  <a:lnTo>
                    <a:pt x="1744" y="5240"/>
                  </a:lnTo>
                  <a:cubicBezTo>
                    <a:pt x="1375" y="5037"/>
                    <a:pt x="1125" y="4692"/>
                    <a:pt x="1006" y="4275"/>
                  </a:cubicBezTo>
                  <a:cubicBezTo>
                    <a:pt x="947" y="4085"/>
                    <a:pt x="923" y="3870"/>
                    <a:pt x="959" y="3680"/>
                  </a:cubicBezTo>
                  <a:lnTo>
                    <a:pt x="959" y="3680"/>
                  </a:lnTo>
                  <a:cubicBezTo>
                    <a:pt x="981" y="3681"/>
                    <a:pt x="1003" y="3682"/>
                    <a:pt x="1025" y="3682"/>
                  </a:cubicBezTo>
                  <a:cubicBezTo>
                    <a:pt x="1659" y="3682"/>
                    <a:pt x="2129" y="3028"/>
                    <a:pt x="1875" y="2418"/>
                  </a:cubicBezTo>
                  <a:cubicBezTo>
                    <a:pt x="2090" y="2319"/>
                    <a:pt x="2320" y="2268"/>
                    <a:pt x="2550" y="2268"/>
                  </a:cubicBezTo>
                  <a:close/>
                  <a:moveTo>
                    <a:pt x="9186" y="2275"/>
                  </a:moveTo>
                  <a:cubicBezTo>
                    <a:pt x="10067" y="2275"/>
                    <a:pt x="10781" y="2977"/>
                    <a:pt x="10781" y="3858"/>
                  </a:cubicBezTo>
                  <a:cubicBezTo>
                    <a:pt x="10781" y="4418"/>
                    <a:pt x="10460" y="4954"/>
                    <a:pt x="9972" y="5240"/>
                  </a:cubicBezTo>
                  <a:lnTo>
                    <a:pt x="9400" y="5573"/>
                  </a:lnTo>
                  <a:cubicBezTo>
                    <a:pt x="9186" y="5454"/>
                    <a:pt x="7983" y="4751"/>
                    <a:pt x="7793" y="4644"/>
                  </a:cubicBezTo>
                  <a:lnTo>
                    <a:pt x="7793" y="2834"/>
                  </a:lnTo>
                  <a:cubicBezTo>
                    <a:pt x="8245" y="2596"/>
                    <a:pt x="8567" y="2275"/>
                    <a:pt x="9186" y="2275"/>
                  </a:cubicBezTo>
                  <a:close/>
                  <a:moveTo>
                    <a:pt x="3935" y="5013"/>
                  </a:moveTo>
                  <a:lnTo>
                    <a:pt x="3935" y="6478"/>
                  </a:lnTo>
                  <a:lnTo>
                    <a:pt x="2673" y="5751"/>
                  </a:lnTo>
                  <a:lnTo>
                    <a:pt x="3935" y="5013"/>
                  </a:lnTo>
                  <a:close/>
                  <a:moveTo>
                    <a:pt x="7793" y="5037"/>
                  </a:moveTo>
                  <a:cubicBezTo>
                    <a:pt x="7948" y="5120"/>
                    <a:pt x="8900" y="5668"/>
                    <a:pt x="9055" y="5763"/>
                  </a:cubicBezTo>
                  <a:lnTo>
                    <a:pt x="7793" y="6490"/>
                  </a:lnTo>
                  <a:lnTo>
                    <a:pt x="7793" y="5037"/>
                  </a:lnTo>
                  <a:close/>
                  <a:moveTo>
                    <a:pt x="5852" y="3918"/>
                  </a:moveTo>
                  <a:lnTo>
                    <a:pt x="7448" y="4823"/>
                  </a:lnTo>
                  <a:lnTo>
                    <a:pt x="7448" y="6668"/>
                  </a:lnTo>
                  <a:lnTo>
                    <a:pt x="5852" y="7573"/>
                  </a:lnTo>
                  <a:lnTo>
                    <a:pt x="4257" y="6668"/>
                  </a:lnTo>
                  <a:lnTo>
                    <a:pt x="4257" y="4823"/>
                  </a:lnTo>
                  <a:lnTo>
                    <a:pt x="5852" y="3918"/>
                  </a:lnTo>
                  <a:close/>
                  <a:moveTo>
                    <a:pt x="7448" y="7061"/>
                  </a:moveTo>
                  <a:lnTo>
                    <a:pt x="7448" y="8490"/>
                  </a:lnTo>
                  <a:cubicBezTo>
                    <a:pt x="7352" y="8442"/>
                    <a:pt x="6281" y="7835"/>
                    <a:pt x="6197" y="7776"/>
                  </a:cubicBezTo>
                  <a:lnTo>
                    <a:pt x="7448" y="7061"/>
                  </a:lnTo>
                  <a:close/>
                  <a:moveTo>
                    <a:pt x="4269" y="7073"/>
                  </a:moveTo>
                  <a:lnTo>
                    <a:pt x="5519" y="7787"/>
                  </a:lnTo>
                  <a:lnTo>
                    <a:pt x="4269" y="8502"/>
                  </a:lnTo>
                  <a:lnTo>
                    <a:pt x="4269" y="7073"/>
                  </a:lnTo>
                  <a:close/>
                  <a:moveTo>
                    <a:pt x="9376" y="5954"/>
                  </a:moveTo>
                  <a:lnTo>
                    <a:pt x="9960" y="6287"/>
                  </a:lnTo>
                  <a:cubicBezTo>
                    <a:pt x="10329" y="6490"/>
                    <a:pt x="10579" y="6835"/>
                    <a:pt x="10710" y="7252"/>
                  </a:cubicBezTo>
                  <a:cubicBezTo>
                    <a:pt x="10746" y="7430"/>
                    <a:pt x="10757" y="7609"/>
                    <a:pt x="10757" y="7787"/>
                  </a:cubicBezTo>
                  <a:cubicBezTo>
                    <a:pt x="10736" y="7786"/>
                    <a:pt x="10714" y="7785"/>
                    <a:pt x="10693" y="7785"/>
                  </a:cubicBezTo>
                  <a:cubicBezTo>
                    <a:pt x="10049" y="7785"/>
                    <a:pt x="9612" y="8474"/>
                    <a:pt x="9888" y="9085"/>
                  </a:cubicBezTo>
                  <a:cubicBezTo>
                    <a:pt x="9662" y="9190"/>
                    <a:pt x="9412" y="9249"/>
                    <a:pt x="9161" y="9249"/>
                  </a:cubicBezTo>
                  <a:cubicBezTo>
                    <a:pt x="8898" y="9249"/>
                    <a:pt x="8632" y="9184"/>
                    <a:pt x="8388" y="9038"/>
                  </a:cubicBezTo>
                  <a:cubicBezTo>
                    <a:pt x="8007" y="8811"/>
                    <a:pt x="8138" y="8907"/>
                    <a:pt x="7769" y="8692"/>
                  </a:cubicBezTo>
                  <a:lnTo>
                    <a:pt x="7769" y="6883"/>
                  </a:lnTo>
                  <a:lnTo>
                    <a:pt x="9376" y="5954"/>
                  </a:lnTo>
                  <a:close/>
                  <a:moveTo>
                    <a:pt x="10731" y="8111"/>
                  </a:moveTo>
                  <a:cubicBezTo>
                    <a:pt x="10841" y="8111"/>
                    <a:pt x="10950" y="8142"/>
                    <a:pt x="11043" y="8204"/>
                  </a:cubicBezTo>
                  <a:cubicBezTo>
                    <a:pt x="11484" y="8502"/>
                    <a:pt x="11329" y="9157"/>
                    <a:pt x="10841" y="9264"/>
                  </a:cubicBezTo>
                  <a:cubicBezTo>
                    <a:pt x="10802" y="9271"/>
                    <a:pt x="10764" y="9275"/>
                    <a:pt x="10726" y="9275"/>
                  </a:cubicBezTo>
                  <a:cubicBezTo>
                    <a:pt x="10276" y="9275"/>
                    <a:pt x="9982" y="8767"/>
                    <a:pt x="10246" y="8371"/>
                  </a:cubicBezTo>
                  <a:cubicBezTo>
                    <a:pt x="10358" y="8199"/>
                    <a:pt x="10545" y="8111"/>
                    <a:pt x="10731" y="8111"/>
                  </a:cubicBezTo>
                  <a:close/>
                  <a:moveTo>
                    <a:pt x="5852" y="7978"/>
                  </a:moveTo>
                  <a:cubicBezTo>
                    <a:pt x="6043" y="8097"/>
                    <a:pt x="7233" y="8764"/>
                    <a:pt x="7448" y="8883"/>
                  </a:cubicBezTo>
                  <a:lnTo>
                    <a:pt x="7448" y="9585"/>
                  </a:lnTo>
                  <a:cubicBezTo>
                    <a:pt x="7448" y="10466"/>
                    <a:pt x="6733" y="11181"/>
                    <a:pt x="5852" y="11181"/>
                  </a:cubicBezTo>
                  <a:cubicBezTo>
                    <a:pt x="4971" y="11181"/>
                    <a:pt x="4257" y="10466"/>
                    <a:pt x="4257" y="9585"/>
                  </a:cubicBezTo>
                  <a:lnTo>
                    <a:pt x="4257" y="8883"/>
                  </a:lnTo>
                  <a:lnTo>
                    <a:pt x="5852" y="7978"/>
                  </a:lnTo>
                  <a:close/>
                  <a:moveTo>
                    <a:pt x="5852" y="1"/>
                  </a:moveTo>
                  <a:cubicBezTo>
                    <a:pt x="4792" y="1"/>
                    <a:pt x="3935" y="870"/>
                    <a:pt x="3935" y="1918"/>
                  </a:cubicBezTo>
                  <a:lnTo>
                    <a:pt x="3935" y="2430"/>
                  </a:lnTo>
                  <a:cubicBezTo>
                    <a:pt x="3649" y="2263"/>
                    <a:pt x="3757" y="2322"/>
                    <a:pt x="3483" y="2180"/>
                  </a:cubicBezTo>
                  <a:cubicBezTo>
                    <a:pt x="3183" y="2005"/>
                    <a:pt x="2854" y="1922"/>
                    <a:pt x="2529" y="1922"/>
                  </a:cubicBezTo>
                  <a:cubicBezTo>
                    <a:pt x="2235" y="1922"/>
                    <a:pt x="1945" y="1990"/>
                    <a:pt x="1685" y="2120"/>
                  </a:cubicBezTo>
                  <a:cubicBezTo>
                    <a:pt x="1491" y="1915"/>
                    <a:pt x="1256" y="1827"/>
                    <a:pt x="1027" y="1827"/>
                  </a:cubicBezTo>
                  <a:cubicBezTo>
                    <a:pt x="497" y="1827"/>
                    <a:pt x="0" y="2303"/>
                    <a:pt x="125" y="2918"/>
                  </a:cubicBezTo>
                  <a:cubicBezTo>
                    <a:pt x="185" y="3215"/>
                    <a:pt x="375" y="3454"/>
                    <a:pt x="625" y="3573"/>
                  </a:cubicBezTo>
                  <a:cubicBezTo>
                    <a:pt x="530" y="4335"/>
                    <a:pt x="887" y="5109"/>
                    <a:pt x="1578" y="5501"/>
                  </a:cubicBezTo>
                  <a:cubicBezTo>
                    <a:pt x="1816" y="5644"/>
                    <a:pt x="1744" y="5597"/>
                    <a:pt x="1983" y="5728"/>
                  </a:cubicBezTo>
                  <a:lnTo>
                    <a:pt x="1578" y="5954"/>
                  </a:lnTo>
                  <a:cubicBezTo>
                    <a:pt x="982" y="6299"/>
                    <a:pt x="613" y="6942"/>
                    <a:pt x="613" y="7633"/>
                  </a:cubicBezTo>
                  <a:cubicBezTo>
                    <a:pt x="613" y="8633"/>
                    <a:pt x="1375" y="9466"/>
                    <a:pt x="2375" y="9538"/>
                  </a:cubicBezTo>
                  <a:lnTo>
                    <a:pt x="2387" y="9538"/>
                  </a:lnTo>
                  <a:cubicBezTo>
                    <a:pt x="2471" y="9538"/>
                    <a:pt x="2554" y="9478"/>
                    <a:pt x="2554" y="9395"/>
                  </a:cubicBezTo>
                  <a:cubicBezTo>
                    <a:pt x="2566" y="9300"/>
                    <a:pt x="2495" y="9216"/>
                    <a:pt x="2399" y="9216"/>
                  </a:cubicBezTo>
                  <a:cubicBezTo>
                    <a:pt x="1578" y="9145"/>
                    <a:pt x="959" y="8454"/>
                    <a:pt x="959" y="7633"/>
                  </a:cubicBezTo>
                  <a:cubicBezTo>
                    <a:pt x="959" y="7073"/>
                    <a:pt x="1268" y="6537"/>
                    <a:pt x="1756" y="6252"/>
                  </a:cubicBezTo>
                  <a:lnTo>
                    <a:pt x="2340" y="5918"/>
                  </a:lnTo>
                  <a:lnTo>
                    <a:pt x="3947" y="6847"/>
                  </a:lnTo>
                  <a:lnTo>
                    <a:pt x="3947" y="8657"/>
                  </a:lnTo>
                  <a:cubicBezTo>
                    <a:pt x="3411" y="8954"/>
                    <a:pt x="3280" y="9061"/>
                    <a:pt x="3030" y="9157"/>
                  </a:cubicBezTo>
                  <a:cubicBezTo>
                    <a:pt x="2935" y="9180"/>
                    <a:pt x="2887" y="9276"/>
                    <a:pt x="2911" y="9359"/>
                  </a:cubicBezTo>
                  <a:cubicBezTo>
                    <a:pt x="2932" y="9443"/>
                    <a:pt x="3008" y="9480"/>
                    <a:pt x="3082" y="9480"/>
                  </a:cubicBezTo>
                  <a:cubicBezTo>
                    <a:pt x="3093" y="9480"/>
                    <a:pt x="3103" y="9480"/>
                    <a:pt x="3114" y="9478"/>
                  </a:cubicBezTo>
                  <a:cubicBezTo>
                    <a:pt x="3423" y="9395"/>
                    <a:pt x="3578" y="9252"/>
                    <a:pt x="3947" y="9061"/>
                  </a:cubicBezTo>
                  <a:lnTo>
                    <a:pt x="3947" y="9573"/>
                  </a:lnTo>
                  <a:cubicBezTo>
                    <a:pt x="3947" y="10621"/>
                    <a:pt x="4816" y="11490"/>
                    <a:pt x="5864" y="11490"/>
                  </a:cubicBezTo>
                  <a:cubicBezTo>
                    <a:pt x="6924" y="11490"/>
                    <a:pt x="7793" y="10621"/>
                    <a:pt x="7793" y="9573"/>
                  </a:cubicBezTo>
                  <a:lnTo>
                    <a:pt x="7793" y="9085"/>
                  </a:lnTo>
                  <a:cubicBezTo>
                    <a:pt x="8269" y="9347"/>
                    <a:pt x="8591" y="9585"/>
                    <a:pt x="9186" y="9585"/>
                  </a:cubicBezTo>
                  <a:cubicBezTo>
                    <a:pt x="9495" y="9585"/>
                    <a:pt x="9829" y="9514"/>
                    <a:pt x="10115" y="9359"/>
                  </a:cubicBezTo>
                  <a:cubicBezTo>
                    <a:pt x="10277" y="9521"/>
                    <a:pt x="10500" y="9615"/>
                    <a:pt x="10736" y="9615"/>
                  </a:cubicBezTo>
                  <a:cubicBezTo>
                    <a:pt x="10794" y="9615"/>
                    <a:pt x="10853" y="9609"/>
                    <a:pt x="10912" y="9597"/>
                  </a:cubicBezTo>
                  <a:cubicBezTo>
                    <a:pt x="11781" y="9419"/>
                    <a:pt x="11912" y="8216"/>
                    <a:pt x="11091" y="7847"/>
                  </a:cubicBezTo>
                  <a:cubicBezTo>
                    <a:pt x="11162" y="7121"/>
                    <a:pt x="10805" y="6371"/>
                    <a:pt x="10138" y="5990"/>
                  </a:cubicBezTo>
                  <a:cubicBezTo>
                    <a:pt x="9900" y="5847"/>
                    <a:pt x="9972" y="5894"/>
                    <a:pt x="9734" y="5763"/>
                  </a:cubicBezTo>
                  <a:lnTo>
                    <a:pt x="10138" y="5537"/>
                  </a:lnTo>
                  <a:cubicBezTo>
                    <a:pt x="11067" y="5013"/>
                    <a:pt x="11377" y="3823"/>
                    <a:pt x="10853" y="2906"/>
                  </a:cubicBezTo>
                  <a:cubicBezTo>
                    <a:pt x="10507" y="2311"/>
                    <a:pt x="9876" y="1941"/>
                    <a:pt x="9174" y="1941"/>
                  </a:cubicBezTo>
                  <a:cubicBezTo>
                    <a:pt x="8471" y="1941"/>
                    <a:pt x="8067" y="2311"/>
                    <a:pt x="7769" y="2442"/>
                  </a:cubicBezTo>
                  <a:cubicBezTo>
                    <a:pt x="7757" y="2025"/>
                    <a:pt x="7805" y="1834"/>
                    <a:pt x="7733" y="1525"/>
                  </a:cubicBezTo>
                  <a:cubicBezTo>
                    <a:pt x="7711" y="1438"/>
                    <a:pt x="7640" y="1380"/>
                    <a:pt x="7546" y="1380"/>
                  </a:cubicBezTo>
                  <a:cubicBezTo>
                    <a:pt x="7537" y="1380"/>
                    <a:pt x="7528" y="1381"/>
                    <a:pt x="7519" y="1382"/>
                  </a:cubicBezTo>
                  <a:cubicBezTo>
                    <a:pt x="7436" y="1406"/>
                    <a:pt x="7376" y="1489"/>
                    <a:pt x="7388" y="1596"/>
                  </a:cubicBezTo>
                  <a:cubicBezTo>
                    <a:pt x="7448" y="1858"/>
                    <a:pt x="7412" y="2013"/>
                    <a:pt x="7436" y="2632"/>
                  </a:cubicBezTo>
                  <a:lnTo>
                    <a:pt x="5840" y="3549"/>
                  </a:lnTo>
                  <a:lnTo>
                    <a:pt x="4245" y="2632"/>
                  </a:lnTo>
                  <a:lnTo>
                    <a:pt x="4245" y="1941"/>
                  </a:lnTo>
                  <a:cubicBezTo>
                    <a:pt x="4245" y="1060"/>
                    <a:pt x="4959" y="346"/>
                    <a:pt x="5840" y="346"/>
                  </a:cubicBezTo>
                  <a:cubicBezTo>
                    <a:pt x="6364" y="346"/>
                    <a:pt x="6840" y="596"/>
                    <a:pt x="7150" y="1025"/>
                  </a:cubicBezTo>
                  <a:cubicBezTo>
                    <a:pt x="7186" y="1076"/>
                    <a:pt x="7241" y="1100"/>
                    <a:pt x="7294" y="1100"/>
                  </a:cubicBezTo>
                  <a:cubicBezTo>
                    <a:pt x="7328" y="1100"/>
                    <a:pt x="7360" y="1091"/>
                    <a:pt x="7388" y="1072"/>
                  </a:cubicBezTo>
                  <a:cubicBezTo>
                    <a:pt x="7459" y="1013"/>
                    <a:pt x="7471" y="906"/>
                    <a:pt x="7436" y="834"/>
                  </a:cubicBezTo>
                  <a:cubicBezTo>
                    <a:pt x="7078" y="310"/>
                    <a:pt x="6483" y="1"/>
                    <a:pt x="58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4"/>
                </a:solidFill>
              </a:endParaRPr>
            </a:p>
          </p:txBody>
        </p:sp>
      </p:grpSp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54" name="Google Shape;258;p31"/>
          <p:cNvCxnSpPr/>
          <p:nvPr/>
        </p:nvCxnSpPr>
        <p:spPr>
          <a:xfrm>
            <a:off x="1029794" y="473489"/>
            <a:ext cx="0" cy="7263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57" name="Google Shape;260;p31"/>
          <p:cNvGrpSpPr/>
          <p:nvPr/>
        </p:nvGrpSpPr>
        <p:grpSpPr>
          <a:xfrm>
            <a:off x="501355" y="604619"/>
            <a:ext cx="379958" cy="379958"/>
            <a:chOff x="1190625" y="238125"/>
            <a:chExt cx="5219200" cy="5219200"/>
          </a:xfrm>
        </p:grpSpPr>
        <p:sp>
          <p:nvSpPr>
            <p:cNvPr id="58" name="Google Shape;261;p31"/>
            <p:cNvSpPr/>
            <p:nvPr/>
          </p:nvSpPr>
          <p:spPr>
            <a:xfrm>
              <a:off x="2188775" y="12362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262;p31"/>
            <p:cNvSpPr/>
            <p:nvPr/>
          </p:nvSpPr>
          <p:spPr>
            <a:xfrm>
              <a:off x="5258300" y="12362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263;p31"/>
            <p:cNvSpPr/>
            <p:nvPr/>
          </p:nvSpPr>
          <p:spPr>
            <a:xfrm>
              <a:off x="2188775" y="4305800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264;p31"/>
            <p:cNvSpPr/>
            <p:nvPr/>
          </p:nvSpPr>
          <p:spPr>
            <a:xfrm>
              <a:off x="5258300" y="4305800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265;p31"/>
            <p:cNvSpPr/>
            <p:nvPr/>
          </p:nvSpPr>
          <p:spPr>
            <a:xfrm>
              <a:off x="2188775" y="1236275"/>
              <a:ext cx="3222875" cy="3222875"/>
            </a:xfrm>
            <a:custGeom>
              <a:avLst/>
              <a:gdLst/>
              <a:ahLst/>
              <a:cxnLst/>
              <a:rect l="l" t="t" r="r" b="b"/>
              <a:pathLst>
                <a:path w="128915" h="128915" extrusionOk="0">
                  <a:moveTo>
                    <a:pt x="110517" y="6133"/>
                  </a:moveTo>
                  <a:lnTo>
                    <a:pt x="110517" y="18398"/>
                  </a:lnTo>
                  <a:lnTo>
                    <a:pt x="122782" y="18398"/>
                  </a:lnTo>
                  <a:lnTo>
                    <a:pt x="122782" y="110517"/>
                  </a:lnTo>
                  <a:lnTo>
                    <a:pt x="110517" y="110517"/>
                  </a:lnTo>
                  <a:lnTo>
                    <a:pt x="110517" y="122782"/>
                  </a:lnTo>
                  <a:lnTo>
                    <a:pt x="18398" y="122782"/>
                  </a:lnTo>
                  <a:lnTo>
                    <a:pt x="18398" y="110517"/>
                  </a:lnTo>
                  <a:lnTo>
                    <a:pt x="6133" y="110517"/>
                  </a:lnTo>
                  <a:lnTo>
                    <a:pt x="6133" y="18398"/>
                  </a:lnTo>
                  <a:lnTo>
                    <a:pt x="18398" y="18398"/>
                  </a:lnTo>
                  <a:lnTo>
                    <a:pt x="18398" y="6133"/>
                  </a:lnTo>
                  <a:close/>
                  <a:moveTo>
                    <a:pt x="12266" y="1"/>
                  </a:moveTo>
                  <a:lnTo>
                    <a:pt x="12266" y="12266"/>
                  </a:lnTo>
                  <a:lnTo>
                    <a:pt x="1" y="12266"/>
                  </a:lnTo>
                  <a:lnTo>
                    <a:pt x="1" y="116649"/>
                  </a:lnTo>
                  <a:lnTo>
                    <a:pt x="12266" y="116649"/>
                  </a:lnTo>
                  <a:lnTo>
                    <a:pt x="12266" y="128914"/>
                  </a:lnTo>
                  <a:lnTo>
                    <a:pt x="116649" y="128914"/>
                  </a:lnTo>
                  <a:lnTo>
                    <a:pt x="116649" y="116649"/>
                  </a:lnTo>
                  <a:lnTo>
                    <a:pt x="128914" y="116649"/>
                  </a:lnTo>
                  <a:lnTo>
                    <a:pt x="128914" y="12266"/>
                  </a:lnTo>
                  <a:lnTo>
                    <a:pt x="116649" y="12266"/>
                  </a:lnTo>
                  <a:lnTo>
                    <a:pt x="116649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266;p31"/>
            <p:cNvSpPr/>
            <p:nvPr/>
          </p:nvSpPr>
          <p:spPr>
            <a:xfrm>
              <a:off x="2495400" y="184952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267;p31"/>
            <p:cNvSpPr/>
            <p:nvPr/>
          </p:nvSpPr>
          <p:spPr>
            <a:xfrm>
              <a:off x="2802025" y="184952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66" y="6166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268;p31"/>
            <p:cNvSpPr/>
            <p:nvPr/>
          </p:nvSpPr>
          <p:spPr>
            <a:xfrm>
              <a:off x="3109475" y="184952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269;p31"/>
            <p:cNvSpPr/>
            <p:nvPr/>
          </p:nvSpPr>
          <p:spPr>
            <a:xfrm>
              <a:off x="3416100" y="184952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66" y="6166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270;p31"/>
            <p:cNvSpPr/>
            <p:nvPr/>
          </p:nvSpPr>
          <p:spPr>
            <a:xfrm>
              <a:off x="3723550" y="1849525"/>
              <a:ext cx="153325" cy="154150"/>
            </a:xfrm>
            <a:custGeom>
              <a:avLst/>
              <a:gdLst/>
              <a:ahLst/>
              <a:cxnLst/>
              <a:rect l="l" t="t" r="r" b="b"/>
              <a:pathLst>
                <a:path w="6133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271;p31"/>
            <p:cNvSpPr/>
            <p:nvPr/>
          </p:nvSpPr>
          <p:spPr>
            <a:xfrm>
              <a:off x="4030175" y="184952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66" y="6166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" name="Google Shape;272;p31"/>
            <p:cNvSpPr/>
            <p:nvPr/>
          </p:nvSpPr>
          <p:spPr>
            <a:xfrm>
              <a:off x="4337625" y="1849525"/>
              <a:ext cx="153325" cy="154150"/>
            </a:xfrm>
            <a:custGeom>
              <a:avLst/>
              <a:gdLst/>
              <a:ahLst/>
              <a:cxnLst/>
              <a:rect l="l" t="t" r="r" b="b"/>
              <a:pathLst>
                <a:path w="6133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" name="Google Shape;273;p31"/>
            <p:cNvSpPr/>
            <p:nvPr/>
          </p:nvSpPr>
          <p:spPr>
            <a:xfrm>
              <a:off x="4644250" y="184952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65" y="6166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" name="Google Shape;274;p31"/>
            <p:cNvSpPr/>
            <p:nvPr/>
          </p:nvSpPr>
          <p:spPr>
            <a:xfrm>
              <a:off x="2802025" y="1542900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275;p31"/>
            <p:cNvSpPr/>
            <p:nvPr/>
          </p:nvSpPr>
          <p:spPr>
            <a:xfrm>
              <a:off x="3109475" y="1542900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276;p31"/>
            <p:cNvSpPr/>
            <p:nvPr/>
          </p:nvSpPr>
          <p:spPr>
            <a:xfrm>
              <a:off x="3416100" y="1542900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" name="Google Shape;277;p31"/>
            <p:cNvSpPr/>
            <p:nvPr/>
          </p:nvSpPr>
          <p:spPr>
            <a:xfrm>
              <a:off x="3723550" y="1542900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278;p31"/>
            <p:cNvSpPr/>
            <p:nvPr/>
          </p:nvSpPr>
          <p:spPr>
            <a:xfrm>
              <a:off x="4030175" y="1542900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279;p31"/>
            <p:cNvSpPr/>
            <p:nvPr/>
          </p:nvSpPr>
          <p:spPr>
            <a:xfrm>
              <a:off x="4337625" y="1542900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280;p31"/>
            <p:cNvSpPr/>
            <p:nvPr/>
          </p:nvSpPr>
          <p:spPr>
            <a:xfrm>
              <a:off x="4644250" y="1542900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281;p31"/>
            <p:cNvSpPr/>
            <p:nvPr/>
          </p:nvSpPr>
          <p:spPr>
            <a:xfrm>
              <a:off x="4951675" y="184952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282;p31"/>
            <p:cNvSpPr/>
            <p:nvPr/>
          </p:nvSpPr>
          <p:spPr>
            <a:xfrm>
              <a:off x="2495400" y="21569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283;p31"/>
            <p:cNvSpPr/>
            <p:nvPr/>
          </p:nvSpPr>
          <p:spPr>
            <a:xfrm>
              <a:off x="2802025" y="21569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284;p31"/>
            <p:cNvSpPr/>
            <p:nvPr/>
          </p:nvSpPr>
          <p:spPr>
            <a:xfrm>
              <a:off x="4644250" y="2771050"/>
              <a:ext cx="154150" cy="153325"/>
            </a:xfrm>
            <a:custGeom>
              <a:avLst/>
              <a:gdLst/>
              <a:ahLst/>
              <a:cxnLst/>
              <a:rect l="l" t="t" r="r" b="b"/>
              <a:pathLst>
                <a:path w="6166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285;p31"/>
            <p:cNvSpPr/>
            <p:nvPr/>
          </p:nvSpPr>
          <p:spPr>
            <a:xfrm>
              <a:off x="4644250" y="246360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6165" y="6166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286;p31"/>
            <p:cNvSpPr/>
            <p:nvPr/>
          </p:nvSpPr>
          <p:spPr>
            <a:xfrm>
              <a:off x="4644250" y="307767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0"/>
                  </a:moveTo>
                  <a:lnTo>
                    <a:pt x="0" y="6166"/>
                  </a:lnTo>
                  <a:lnTo>
                    <a:pt x="6165" y="6166"/>
                  </a:lnTo>
                  <a:lnTo>
                    <a:pt x="61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" name="Google Shape;287;p31"/>
            <p:cNvSpPr/>
            <p:nvPr/>
          </p:nvSpPr>
          <p:spPr>
            <a:xfrm>
              <a:off x="4644250" y="3385125"/>
              <a:ext cx="154150" cy="153325"/>
            </a:xfrm>
            <a:custGeom>
              <a:avLst/>
              <a:gdLst/>
              <a:ahLst/>
              <a:cxnLst/>
              <a:rect l="l" t="t" r="r" b="b"/>
              <a:pathLst>
                <a:path w="6166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" name="Google Shape;288;p31"/>
            <p:cNvSpPr/>
            <p:nvPr/>
          </p:nvSpPr>
          <p:spPr>
            <a:xfrm>
              <a:off x="4951675" y="2771050"/>
              <a:ext cx="153350" cy="153325"/>
            </a:xfrm>
            <a:custGeom>
              <a:avLst/>
              <a:gdLst/>
              <a:ahLst/>
              <a:cxnLst/>
              <a:rect l="l" t="t" r="r" b="b"/>
              <a:pathLst>
                <a:path w="6134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" name="Google Shape;289;p31"/>
            <p:cNvSpPr/>
            <p:nvPr/>
          </p:nvSpPr>
          <p:spPr>
            <a:xfrm>
              <a:off x="4951675" y="246360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290;p31"/>
            <p:cNvSpPr/>
            <p:nvPr/>
          </p:nvSpPr>
          <p:spPr>
            <a:xfrm>
              <a:off x="4951675" y="307767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291;p31"/>
            <p:cNvSpPr/>
            <p:nvPr/>
          </p:nvSpPr>
          <p:spPr>
            <a:xfrm>
              <a:off x="4951675" y="3385125"/>
              <a:ext cx="153350" cy="153325"/>
            </a:xfrm>
            <a:custGeom>
              <a:avLst/>
              <a:gdLst/>
              <a:ahLst/>
              <a:cxnLst/>
              <a:rect l="l" t="t" r="r" b="b"/>
              <a:pathLst>
                <a:path w="6134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292;p31"/>
            <p:cNvSpPr/>
            <p:nvPr/>
          </p:nvSpPr>
          <p:spPr>
            <a:xfrm>
              <a:off x="4644250" y="21569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293;p31"/>
            <p:cNvSpPr/>
            <p:nvPr/>
          </p:nvSpPr>
          <p:spPr>
            <a:xfrm>
              <a:off x="4951675" y="21569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" name="Google Shape;294;p31"/>
            <p:cNvSpPr/>
            <p:nvPr/>
          </p:nvSpPr>
          <p:spPr>
            <a:xfrm>
              <a:off x="2495400" y="369175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" name="Google Shape;295;p31"/>
            <p:cNvSpPr/>
            <p:nvPr/>
          </p:nvSpPr>
          <p:spPr>
            <a:xfrm>
              <a:off x="2802025" y="369175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66" y="6165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" name="Google Shape;296;p31"/>
            <p:cNvSpPr/>
            <p:nvPr/>
          </p:nvSpPr>
          <p:spPr>
            <a:xfrm>
              <a:off x="3109475" y="369175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" name="Google Shape;297;p31"/>
            <p:cNvSpPr/>
            <p:nvPr/>
          </p:nvSpPr>
          <p:spPr>
            <a:xfrm>
              <a:off x="3416100" y="369175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66" y="6165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" name="Google Shape;298;p31"/>
            <p:cNvSpPr/>
            <p:nvPr/>
          </p:nvSpPr>
          <p:spPr>
            <a:xfrm>
              <a:off x="3723550" y="3691750"/>
              <a:ext cx="153325" cy="154150"/>
            </a:xfrm>
            <a:custGeom>
              <a:avLst/>
              <a:gdLst/>
              <a:ahLst/>
              <a:cxnLst/>
              <a:rect l="l" t="t" r="r" b="b"/>
              <a:pathLst>
                <a:path w="6133" h="6166" extrusionOk="0">
                  <a:moveTo>
                    <a:pt x="0" y="0"/>
                  </a:moveTo>
                  <a:lnTo>
                    <a:pt x="0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" name="Google Shape;299;p31"/>
            <p:cNvSpPr/>
            <p:nvPr/>
          </p:nvSpPr>
          <p:spPr>
            <a:xfrm>
              <a:off x="4030175" y="369175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0"/>
                  </a:moveTo>
                  <a:lnTo>
                    <a:pt x="0" y="6165"/>
                  </a:lnTo>
                  <a:lnTo>
                    <a:pt x="6166" y="6165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" name="Google Shape;300;p31"/>
            <p:cNvSpPr/>
            <p:nvPr/>
          </p:nvSpPr>
          <p:spPr>
            <a:xfrm>
              <a:off x="2495400" y="3385125"/>
              <a:ext cx="153350" cy="153325"/>
            </a:xfrm>
            <a:custGeom>
              <a:avLst/>
              <a:gdLst/>
              <a:ahLst/>
              <a:cxnLst/>
              <a:rect l="l" t="t" r="r" b="b"/>
              <a:pathLst>
                <a:path w="6134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301;p31"/>
            <p:cNvSpPr/>
            <p:nvPr/>
          </p:nvSpPr>
          <p:spPr>
            <a:xfrm>
              <a:off x="2802025" y="3385125"/>
              <a:ext cx="154150" cy="153325"/>
            </a:xfrm>
            <a:custGeom>
              <a:avLst/>
              <a:gdLst/>
              <a:ahLst/>
              <a:cxnLst/>
              <a:rect l="l" t="t" r="r" b="b"/>
              <a:pathLst>
                <a:path w="6166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" name="Google Shape;302;p31"/>
            <p:cNvSpPr/>
            <p:nvPr/>
          </p:nvSpPr>
          <p:spPr>
            <a:xfrm>
              <a:off x="4337625" y="3691750"/>
              <a:ext cx="153325" cy="154150"/>
            </a:xfrm>
            <a:custGeom>
              <a:avLst/>
              <a:gdLst/>
              <a:ahLst/>
              <a:cxnLst/>
              <a:rect l="l" t="t" r="r" b="b"/>
              <a:pathLst>
                <a:path w="6133" h="6166" extrusionOk="0">
                  <a:moveTo>
                    <a:pt x="0" y="0"/>
                  </a:moveTo>
                  <a:lnTo>
                    <a:pt x="0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" name="Google Shape;303;p31"/>
            <p:cNvSpPr/>
            <p:nvPr/>
          </p:nvSpPr>
          <p:spPr>
            <a:xfrm>
              <a:off x="4644250" y="369175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0" y="0"/>
                  </a:moveTo>
                  <a:lnTo>
                    <a:pt x="0" y="6165"/>
                  </a:lnTo>
                  <a:lnTo>
                    <a:pt x="6165" y="6165"/>
                  </a:lnTo>
                  <a:lnTo>
                    <a:pt x="616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" name="Google Shape;304;p31"/>
            <p:cNvSpPr/>
            <p:nvPr/>
          </p:nvSpPr>
          <p:spPr>
            <a:xfrm>
              <a:off x="2802025" y="39991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" name="Google Shape;305;p31"/>
            <p:cNvSpPr/>
            <p:nvPr/>
          </p:nvSpPr>
          <p:spPr>
            <a:xfrm>
              <a:off x="3109475" y="3999175"/>
              <a:ext cx="153350" cy="153350"/>
            </a:xfrm>
            <a:custGeom>
              <a:avLst/>
              <a:gdLst/>
              <a:ahLst/>
              <a:cxnLst/>
              <a:rect l="l" t="t" r="r" b="b"/>
              <a:pathLst>
                <a:path w="6134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" name="Google Shape;306;p31"/>
            <p:cNvSpPr/>
            <p:nvPr/>
          </p:nvSpPr>
          <p:spPr>
            <a:xfrm>
              <a:off x="2802025" y="2771050"/>
              <a:ext cx="154150" cy="153325"/>
            </a:xfrm>
            <a:custGeom>
              <a:avLst/>
              <a:gdLst/>
              <a:ahLst/>
              <a:cxnLst/>
              <a:rect l="l" t="t" r="r" b="b"/>
              <a:pathLst>
                <a:path w="6166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" name="Google Shape;307;p31"/>
            <p:cNvSpPr/>
            <p:nvPr/>
          </p:nvSpPr>
          <p:spPr>
            <a:xfrm>
              <a:off x="2802025" y="2463600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66" y="6166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" name="Google Shape;308;p31"/>
            <p:cNvSpPr/>
            <p:nvPr/>
          </p:nvSpPr>
          <p:spPr>
            <a:xfrm>
              <a:off x="2802025" y="3077675"/>
              <a:ext cx="154150" cy="154150"/>
            </a:xfrm>
            <a:custGeom>
              <a:avLst/>
              <a:gdLst/>
              <a:ahLst/>
              <a:cxnLst/>
              <a:rect l="l" t="t" r="r" b="b"/>
              <a:pathLst>
                <a:path w="6166" h="6166" extrusionOk="0">
                  <a:moveTo>
                    <a:pt x="1" y="0"/>
                  </a:moveTo>
                  <a:lnTo>
                    <a:pt x="1" y="6166"/>
                  </a:lnTo>
                  <a:lnTo>
                    <a:pt x="6166" y="6166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309;p31"/>
            <p:cNvSpPr/>
            <p:nvPr/>
          </p:nvSpPr>
          <p:spPr>
            <a:xfrm>
              <a:off x="2495400" y="2771050"/>
              <a:ext cx="153350" cy="153325"/>
            </a:xfrm>
            <a:custGeom>
              <a:avLst/>
              <a:gdLst/>
              <a:ahLst/>
              <a:cxnLst/>
              <a:rect l="l" t="t" r="r" b="b"/>
              <a:pathLst>
                <a:path w="6134" h="6133" extrusionOk="0">
                  <a:moveTo>
                    <a:pt x="1" y="0"/>
                  </a:moveTo>
                  <a:lnTo>
                    <a:pt x="1" y="6133"/>
                  </a:lnTo>
                  <a:lnTo>
                    <a:pt x="6133" y="6133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" name="Google Shape;310;p31"/>
            <p:cNvSpPr/>
            <p:nvPr/>
          </p:nvSpPr>
          <p:spPr>
            <a:xfrm>
              <a:off x="2495400" y="246360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1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" name="Google Shape;311;p31"/>
            <p:cNvSpPr/>
            <p:nvPr/>
          </p:nvSpPr>
          <p:spPr>
            <a:xfrm>
              <a:off x="2495400" y="3077675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6"/>
                  </a:lnTo>
                  <a:lnTo>
                    <a:pt x="6133" y="6166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312;p31"/>
            <p:cNvSpPr/>
            <p:nvPr/>
          </p:nvSpPr>
          <p:spPr>
            <a:xfrm>
              <a:off x="3416100" y="39991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1" y="1"/>
                  </a:moveTo>
                  <a:lnTo>
                    <a:pt x="1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" name="Google Shape;313;p31"/>
            <p:cNvSpPr/>
            <p:nvPr/>
          </p:nvSpPr>
          <p:spPr>
            <a:xfrm>
              <a:off x="3723550" y="3999175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" name="Google Shape;314;p31"/>
            <p:cNvSpPr/>
            <p:nvPr/>
          </p:nvSpPr>
          <p:spPr>
            <a:xfrm>
              <a:off x="4030175" y="39991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6" y="6133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315;p31"/>
            <p:cNvSpPr/>
            <p:nvPr/>
          </p:nvSpPr>
          <p:spPr>
            <a:xfrm>
              <a:off x="4337625" y="3999175"/>
              <a:ext cx="153325" cy="153350"/>
            </a:xfrm>
            <a:custGeom>
              <a:avLst/>
              <a:gdLst/>
              <a:ahLst/>
              <a:cxnLst/>
              <a:rect l="l" t="t" r="r" b="b"/>
              <a:pathLst>
                <a:path w="6133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33" y="6133"/>
                  </a:lnTo>
                  <a:lnTo>
                    <a:pt x="613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" name="Google Shape;316;p31"/>
            <p:cNvSpPr/>
            <p:nvPr/>
          </p:nvSpPr>
          <p:spPr>
            <a:xfrm>
              <a:off x="4644250" y="3999175"/>
              <a:ext cx="154150" cy="153350"/>
            </a:xfrm>
            <a:custGeom>
              <a:avLst/>
              <a:gdLst/>
              <a:ahLst/>
              <a:cxnLst/>
              <a:rect l="l" t="t" r="r" b="b"/>
              <a:pathLst>
                <a:path w="6166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6165" y="6133"/>
                  </a:lnTo>
                  <a:lnTo>
                    <a:pt x="616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" name="Google Shape;317;p31"/>
            <p:cNvSpPr/>
            <p:nvPr/>
          </p:nvSpPr>
          <p:spPr>
            <a:xfrm>
              <a:off x="4951675" y="3691750"/>
              <a:ext cx="153350" cy="154150"/>
            </a:xfrm>
            <a:custGeom>
              <a:avLst/>
              <a:gdLst/>
              <a:ahLst/>
              <a:cxnLst/>
              <a:rect l="l" t="t" r="r" b="b"/>
              <a:pathLst>
                <a:path w="6134" h="6166" extrusionOk="0">
                  <a:moveTo>
                    <a:pt x="1" y="0"/>
                  </a:moveTo>
                  <a:lnTo>
                    <a:pt x="1" y="6165"/>
                  </a:lnTo>
                  <a:lnTo>
                    <a:pt x="6133" y="6165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" name="Google Shape;318;p31"/>
            <p:cNvSpPr/>
            <p:nvPr/>
          </p:nvSpPr>
          <p:spPr>
            <a:xfrm>
              <a:off x="1728025" y="775525"/>
              <a:ext cx="4144375" cy="4144375"/>
            </a:xfrm>
            <a:custGeom>
              <a:avLst/>
              <a:gdLst/>
              <a:ahLst/>
              <a:cxnLst/>
              <a:rect l="l" t="t" r="r" b="b"/>
              <a:pathLst>
                <a:path w="165775" h="165775" extrusionOk="0">
                  <a:moveTo>
                    <a:pt x="154097" y="12298"/>
                  </a:moveTo>
                  <a:lnTo>
                    <a:pt x="154097" y="154292"/>
                  </a:lnTo>
                  <a:lnTo>
                    <a:pt x="12102" y="154292"/>
                  </a:lnTo>
                  <a:lnTo>
                    <a:pt x="12102" y="12298"/>
                  </a:lnTo>
                  <a:close/>
                  <a:moveTo>
                    <a:pt x="14810" y="0"/>
                  </a:moveTo>
                  <a:lnTo>
                    <a:pt x="14810" y="6166"/>
                  </a:lnTo>
                  <a:lnTo>
                    <a:pt x="5970" y="6166"/>
                  </a:lnTo>
                  <a:lnTo>
                    <a:pt x="5970" y="19181"/>
                  </a:lnTo>
                  <a:lnTo>
                    <a:pt x="0" y="19181"/>
                  </a:lnTo>
                  <a:lnTo>
                    <a:pt x="0" y="25314"/>
                  </a:lnTo>
                  <a:lnTo>
                    <a:pt x="5970" y="25314"/>
                  </a:lnTo>
                  <a:lnTo>
                    <a:pt x="5970" y="37579"/>
                  </a:lnTo>
                  <a:lnTo>
                    <a:pt x="0" y="37579"/>
                  </a:lnTo>
                  <a:lnTo>
                    <a:pt x="0" y="43711"/>
                  </a:lnTo>
                  <a:lnTo>
                    <a:pt x="5970" y="43711"/>
                  </a:lnTo>
                  <a:lnTo>
                    <a:pt x="5970" y="55944"/>
                  </a:lnTo>
                  <a:lnTo>
                    <a:pt x="0" y="55944"/>
                  </a:lnTo>
                  <a:lnTo>
                    <a:pt x="0" y="62109"/>
                  </a:lnTo>
                  <a:lnTo>
                    <a:pt x="5970" y="62109"/>
                  </a:lnTo>
                  <a:lnTo>
                    <a:pt x="5970" y="74341"/>
                  </a:lnTo>
                  <a:lnTo>
                    <a:pt x="0" y="74341"/>
                  </a:lnTo>
                  <a:lnTo>
                    <a:pt x="0" y="80474"/>
                  </a:lnTo>
                  <a:lnTo>
                    <a:pt x="5970" y="80474"/>
                  </a:lnTo>
                  <a:lnTo>
                    <a:pt x="5970" y="92739"/>
                  </a:lnTo>
                  <a:lnTo>
                    <a:pt x="0" y="92739"/>
                  </a:lnTo>
                  <a:lnTo>
                    <a:pt x="0" y="98871"/>
                  </a:lnTo>
                  <a:lnTo>
                    <a:pt x="5970" y="98871"/>
                  </a:lnTo>
                  <a:lnTo>
                    <a:pt x="5970" y="111136"/>
                  </a:lnTo>
                  <a:lnTo>
                    <a:pt x="0" y="111136"/>
                  </a:lnTo>
                  <a:lnTo>
                    <a:pt x="0" y="117269"/>
                  </a:lnTo>
                  <a:lnTo>
                    <a:pt x="5970" y="117269"/>
                  </a:lnTo>
                  <a:lnTo>
                    <a:pt x="5970" y="129501"/>
                  </a:lnTo>
                  <a:lnTo>
                    <a:pt x="0" y="129501"/>
                  </a:lnTo>
                  <a:lnTo>
                    <a:pt x="0" y="135634"/>
                  </a:lnTo>
                  <a:lnTo>
                    <a:pt x="5970" y="135634"/>
                  </a:lnTo>
                  <a:lnTo>
                    <a:pt x="5970" y="147899"/>
                  </a:lnTo>
                  <a:lnTo>
                    <a:pt x="0" y="147899"/>
                  </a:lnTo>
                  <a:lnTo>
                    <a:pt x="0" y="154031"/>
                  </a:lnTo>
                  <a:lnTo>
                    <a:pt x="5970" y="154031"/>
                  </a:lnTo>
                  <a:lnTo>
                    <a:pt x="5970" y="160425"/>
                  </a:lnTo>
                  <a:lnTo>
                    <a:pt x="15332" y="160425"/>
                  </a:lnTo>
                  <a:lnTo>
                    <a:pt x="15332" y="165775"/>
                  </a:lnTo>
                  <a:lnTo>
                    <a:pt x="21497" y="165775"/>
                  </a:lnTo>
                  <a:lnTo>
                    <a:pt x="21497" y="160425"/>
                  </a:lnTo>
                  <a:lnTo>
                    <a:pt x="33729" y="160425"/>
                  </a:lnTo>
                  <a:lnTo>
                    <a:pt x="33729" y="165775"/>
                  </a:lnTo>
                  <a:lnTo>
                    <a:pt x="39862" y="165775"/>
                  </a:lnTo>
                  <a:lnTo>
                    <a:pt x="39862" y="160425"/>
                  </a:lnTo>
                  <a:lnTo>
                    <a:pt x="52127" y="160425"/>
                  </a:lnTo>
                  <a:lnTo>
                    <a:pt x="52127" y="165775"/>
                  </a:lnTo>
                  <a:lnTo>
                    <a:pt x="58260" y="165775"/>
                  </a:lnTo>
                  <a:lnTo>
                    <a:pt x="58260" y="160425"/>
                  </a:lnTo>
                  <a:lnTo>
                    <a:pt x="70492" y="160425"/>
                  </a:lnTo>
                  <a:lnTo>
                    <a:pt x="70492" y="165775"/>
                  </a:lnTo>
                  <a:lnTo>
                    <a:pt x="76657" y="165775"/>
                  </a:lnTo>
                  <a:lnTo>
                    <a:pt x="76657" y="160425"/>
                  </a:lnTo>
                  <a:lnTo>
                    <a:pt x="88890" y="160425"/>
                  </a:lnTo>
                  <a:lnTo>
                    <a:pt x="88890" y="165775"/>
                  </a:lnTo>
                  <a:lnTo>
                    <a:pt x="95022" y="165775"/>
                  </a:lnTo>
                  <a:lnTo>
                    <a:pt x="95022" y="160425"/>
                  </a:lnTo>
                  <a:lnTo>
                    <a:pt x="107287" y="160425"/>
                  </a:lnTo>
                  <a:lnTo>
                    <a:pt x="107287" y="165775"/>
                  </a:lnTo>
                  <a:lnTo>
                    <a:pt x="113420" y="165775"/>
                  </a:lnTo>
                  <a:lnTo>
                    <a:pt x="113420" y="160425"/>
                  </a:lnTo>
                  <a:lnTo>
                    <a:pt x="125685" y="160425"/>
                  </a:lnTo>
                  <a:lnTo>
                    <a:pt x="125685" y="165775"/>
                  </a:lnTo>
                  <a:lnTo>
                    <a:pt x="131817" y="165775"/>
                  </a:lnTo>
                  <a:lnTo>
                    <a:pt x="131817" y="160425"/>
                  </a:lnTo>
                  <a:lnTo>
                    <a:pt x="144050" y="160425"/>
                  </a:lnTo>
                  <a:lnTo>
                    <a:pt x="144050" y="165775"/>
                  </a:lnTo>
                  <a:lnTo>
                    <a:pt x="150182" y="165775"/>
                  </a:lnTo>
                  <a:lnTo>
                    <a:pt x="150182" y="160425"/>
                  </a:lnTo>
                  <a:lnTo>
                    <a:pt x="160229" y="160425"/>
                  </a:lnTo>
                  <a:lnTo>
                    <a:pt x="160229" y="150215"/>
                  </a:lnTo>
                  <a:lnTo>
                    <a:pt x="165775" y="150215"/>
                  </a:lnTo>
                  <a:lnTo>
                    <a:pt x="165775" y="144050"/>
                  </a:lnTo>
                  <a:lnTo>
                    <a:pt x="160229" y="144050"/>
                  </a:lnTo>
                  <a:lnTo>
                    <a:pt x="160229" y="131817"/>
                  </a:lnTo>
                  <a:lnTo>
                    <a:pt x="165775" y="131817"/>
                  </a:lnTo>
                  <a:lnTo>
                    <a:pt x="165775" y="125685"/>
                  </a:lnTo>
                  <a:lnTo>
                    <a:pt x="160229" y="125685"/>
                  </a:lnTo>
                  <a:lnTo>
                    <a:pt x="160229" y="113420"/>
                  </a:lnTo>
                  <a:lnTo>
                    <a:pt x="165775" y="113420"/>
                  </a:lnTo>
                  <a:lnTo>
                    <a:pt x="165775" y="107287"/>
                  </a:lnTo>
                  <a:lnTo>
                    <a:pt x="160229" y="107287"/>
                  </a:lnTo>
                  <a:lnTo>
                    <a:pt x="160229" y="95022"/>
                  </a:lnTo>
                  <a:lnTo>
                    <a:pt x="165775" y="95022"/>
                  </a:lnTo>
                  <a:lnTo>
                    <a:pt x="165775" y="88890"/>
                  </a:lnTo>
                  <a:lnTo>
                    <a:pt x="160229" y="88890"/>
                  </a:lnTo>
                  <a:lnTo>
                    <a:pt x="160229" y="76657"/>
                  </a:lnTo>
                  <a:lnTo>
                    <a:pt x="165775" y="76657"/>
                  </a:lnTo>
                  <a:lnTo>
                    <a:pt x="165775" y="70525"/>
                  </a:lnTo>
                  <a:lnTo>
                    <a:pt x="160229" y="70525"/>
                  </a:lnTo>
                  <a:lnTo>
                    <a:pt x="160229" y="58260"/>
                  </a:lnTo>
                  <a:lnTo>
                    <a:pt x="165775" y="58260"/>
                  </a:lnTo>
                  <a:lnTo>
                    <a:pt x="165775" y="52127"/>
                  </a:lnTo>
                  <a:lnTo>
                    <a:pt x="160229" y="52127"/>
                  </a:lnTo>
                  <a:lnTo>
                    <a:pt x="160229" y="39862"/>
                  </a:lnTo>
                  <a:lnTo>
                    <a:pt x="165775" y="39862"/>
                  </a:lnTo>
                  <a:lnTo>
                    <a:pt x="165775" y="33729"/>
                  </a:lnTo>
                  <a:lnTo>
                    <a:pt x="160229" y="33729"/>
                  </a:lnTo>
                  <a:lnTo>
                    <a:pt x="160229" y="21497"/>
                  </a:lnTo>
                  <a:lnTo>
                    <a:pt x="165775" y="21497"/>
                  </a:lnTo>
                  <a:lnTo>
                    <a:pt x="165775" y="15332"/>
                  </a:lnTo>
                  <a:lnTo>
                    <a:pt x="160229" y="15332"/>
                  </a:lnTo>
                  <a:lnTo>
                    <a:pt x="160229" y="6166"/>
                  </a:lnTo>
                  <a:lnTo>
                    <a:pt x="149660" y="6166"/>
                  </a:lnTo>
                  <a:lnTo>
                    <a:pt x="149660" y="0"/>
                  </a:lnTo>
                  <a:lnTo>
                    <a:pt x="143528" y="0"/>
                  </a:lnTo>
                  <a:lnTo>
                    <a:pt x="143528" y="6166"/>
                  </a:lnTo>
                  <a:lnTo>
                    <a:pt x="131263" y="6166"/>
                  </a:lnTo>
                  <a:lnTo>
                    <a:pt x="131263" y="0"/>
                  </a:lnTo>
                  <a:lnTo>
                    <a:pt x="125130" y="0"/>
                  </a:lnTo>
                  <a:lnTo>
                    <a:pt x="125130" y="6166"/>
                  </a:lnTo>
                  <a:lnTo>
                    <a:pt x="112898" y="6166"/>
                  </a:lnTo>
                  <a:lnTo>
                    <a:pt x="112898" y="0"/>
                  </a:lnTo>
                  <a:lnTo>
                    <a:pt x="106733" y="0"/>
                  </a:lnTo>
                  <a:lnTo>
                    <a:pt x="106733" y="6166"/>
                  </a:lnTo>
                  <a:lnTo>
                    <a:pt x="94500" y="6166"/>
                  </a:lnTo>
                  <a:lnTo>
                    <a:pt x="94500" y="0"/>
                  </a:lnTo>
                  <a:lnTo>
                    <a:pt x="88368" y="0"/>
                  </a:lnTo>
                  <a:lnTo>
                    <a:pt x="88368" y="6166"/>
                  </a:lnTo>
                  <a:lnTo>
                    <a:pt x="76103" y="6166"/>
                  </a:lnTo>
                  <a:lnTo>
                    <a:pt x="76103" y="0"/>
                  </a:lnTo>
                  <a:lnTo>
                    <a:pt x="69970" y="0"/>
                  </a:lnTo>
                  <a:lnTo>
                    <a:pt x="69970" y="6166"/>
                  </a:lnTo>
                  <a:lnTo>
                    <a:pt x="57738" y="6166"/>
                  </a:lnTo>
                  <a:lnTo>
                    <a:pt x="57738" y="0"/>
                  </a:lnTo>
                  <a:lnTo>
                    <a:pt x="51572" y="0"/>
                  </a:lnTo>
                  <a:lnTo>
                    <a:pt x="51572" y="6166"/>
                  </a:lnTo>
                  <a:lnTo>
                    <a:pt x="39340" y="6166"/>
                  </a:lnTo>
                  <a:lnTo>
                    <a:pt x="39340" y="0"/>
                  </a:lnTo>
                  <a:lnTo>
                    <a:pt x="33208" y="0"/>
                  </a:lnTo>
                  <a:lnTo>
                    <a:pt x="33208" y="6166"/>
                  </a:lnTo>
                  <a:lnTo>
                    <a:pt x="20942" y="6166"/>
                  </a:lnTo>
                  <a:lnTo>
                    <a:pt x="20942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" name="Google Shape;319;p31"/>
            <p:cNvSpPr/>
            <p:nvPr/>
          </p:nvSpPr>
          <p:spPr>
            <a:xfrm>
              <a:off x="3416100" y="2463600"/>
              <a:ext cx="460775" cy="768225"/>
            </a:xfrm>
            <a:custGeom>
              <a:avLst/>
              <a:gdLst/>
              <a:ahLst/>
              <a:cxnLst/>
              <a:rect l="l" t="t" r="r" b="b"/>
              <a:pathLst>
                <a:path w="18431" h="30729" extrusionOk="0">
                  <a:moveTo>
                    <a:pt x="12298" y="6166"/>
                  </a:moveTo>
                  <a:lnTo>
                    <a:pt x="12298" y="15789"/>
                  </a:lnTo>
                  <a:lnTo>
                    <a:pt x="6166" y="15789"/>
                  </a:lnTo>
                  <a:lnTo>
                    <a:pt x="6166" y="6166"/>
                  </a:lnTo>
                  <a:close/>
                  <a:moveTo>
                    <a:pt x="1" y="1"/>
                  </a:moveTo>
                  <a:lnTo>
                    <a:pt x="1" y="30729"/>
                  </a:lnTo>
                  <a:lnTo>
                    <a:pt x="6166" y="30729"/>
                  </a:lnTo>
                  <a:lnTo>
                    <a:pt x="6166" y="21921"/>
                  </a:lnTo>
                  <a:lnTo>
                    <a:pt x="12298" y="21921"/>
                  </a:lnTo>
                  <a:lnTo>
                    <a:pt x="12298" y="30729"/>
                  </a:lnTo>
                  <a:lnTo>
                    <a:pt x="18431" y="30729"/>
                  </a:lnTo>
                  <a:lnTo>
                    <a:pt x="18431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" name="Google Shape;320;p31"/>
            <p:cNvSpPr/>
            <p:nvPr/>
          </p:nvSpPr>
          <p:spPr>
            <a:xfrm>
              <a:off x="4030175" y="2463600"/>
              <a:ext cx="159050" cy="777200"/>
            </a:xfrm>
            <a:custGeom>
              <a:avLst/>
              <a:gdLst/>
              <a:ahLst/>
              <a:cxnLst/>
              <a:rect l="l" t="t" r="r" b="b"/>
              <a:pathLst>
                <a:path w="6362" h="31088" extrusionOk="0">
                  <a:moveTo>
                    <a:pt x="6166" y="1"/>
                  </a:moveTo>
                  <a:lnTo>
                    <a:pt x="0" y="33"/>
                  </a:lnTo>
                  <a:lnTo>
                    <a:pt x="229" y="31087"/>
                  </a:lnTo>
                  <a:lnTo>
                    <a:pt x="6361" y="31055"/>
                  </a:lnTo>
                  <a:lnTo>
                    <a:pt x="6166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" name="Google Shape;321;p31"/>
            <p:cNvSpPr/>
            <p:nvPr/>
          </p:nvSpPr>
          <p:spPr>
            <a:xfrm>
              <a:off x="2098250" y="238125"/>
              <a:ext cx="153350" cy="384100"/>
            </a:xfrm>
            <a:custGeom>
              <a:avLst/>
              <a:gdLst/>
              <a:ahLst/>
              <a:cxnLst/>
              <a:rect l="l" t="t" r="r" b="b"/>
              <a:pathLst>
                <a:path w="6134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" name="Google Shape;322;p31"/>
            <p:cNvSpPr/>
            <p:nvPr/>
          </p:nvSpPr>
          <p:spPr>
            <a:xfrm>
              <a:off x="2558200" y="238125"/>
              <a:ext cx="153350" cy="384100"/>
            </a:xfrm>
            <a:custGeom>
              <a:avLst/>
              <a:gdLst/>
              <a:ahLst/>
              <a:cxnLst/>
              <a:rect l="l" t="t" r="r" b="b"/>
              <a:pathLst>
                <a:path w="6134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" name="Google Shape;323;p31"/>
            <p:cNvSpPr/>
            <p:nvPr/>
          </p:nvSpPr>
          <p:spPr>
            <a:xfrm>
              <a:off x="3017325" y="238125"/>
              <a:ext cx="154150" cy="384100"/>
            </a:xfrm>
            <a:custGeom>
              <a:avLst/>
              <a:gdLst/>
              <a:ahLst/>
              <a:cxnLst/>
              <a:rect l="l" t="t" r="r" b="b"/>
              <a:pathLst>
                <a:path w="6166" h="15364" extrusionOk="0">
                  <a:moveTo>
                    <a:pt x="0" y="0"/>
                  </a:moveTo>
                  <a:lnTo>
                    <a:pt x="0" y="15364"/>
                  </a:lnTo>
                  <a:lnTo>
                    <a:pt x="6166" y="15364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324;p31"/>
            <p:cNvSpPr/>
            <p:nvPr/>
          </p:nvSpPr>
          <p:spPr>
            <a:xfrm>
              <a:off x="3477275" y="238125"/>
              <a:ext cx="153325" cy="384100"/>
            </a:xfrm>
            <a:custGeom>
              <a:avLst/>
              <a:gdLst/>
              <a:ahLst/>
              <a:cxnLst/>
              <a:rect l="l" t="t" r="r" b="b"/>
              <a:pathLst>
                <a:path w="6133" h="15364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" name="Google Shape;325;p31"/>
            <p:cNvSpPr/>
            <p:nvPr/>
          </p:nvSpPr>
          <p:spPr>
            <a:xfrm>
              <a:off x="3937200" y="238125"/>
              <a:ext cx="153350" cy="384100"/>
            </a:xfrm>
            <a:custGeom>
              <a:avLst/>
              <a:gdLst/>
              <a:ahLst/>
              <a:cxnLst/>
              <a:rect l="l" t="t" r="r" b="b"/>
              <a:pathLst>
                <a:path w="6134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" name="Google Shape;326;p31"/>
            <p:cNvSpPr/>
            <p:nvPr/>
          </p:nvSpPr>
          <p:spPr>
            <a:xfrm>
              <a:off x="4396325" y="238125"/>
              <a:ext cx="154150" cy="384100"/>
            </a:xfrm>
            <a:custGeom>
              <a:avLst/>
              <a:gdLst/>
              <a:ahLst/>
              <a:cxnLst/>
              <a:rect l="l" t="t" r="r" b="b"/>
              <a:pathLst>
                <a:path w="6166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66" y="15364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" name="Google Shape;327;p31"/>
            <p:cNvSpPr/>
            <p:nvPr/>
          </p:nvSpPr>
          <p:spPr>
            <a:xfrm>
              <a:off x="4856275" y="238125"/>
              <a:ext cx="153325" cy="384100"/>
            </a:xfrm>
            <a:custGeom>
              <a:avLst/>
              <a:gdLst/>
              <a:ahLst/>
              <a:cxnLst/>
              <a:rect l="l" t="t" r="r" b="b"/>
              <a:pathLst>
                <a:path w="6133" h="15364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" name="Google Shape;328;p31"/>
            <p:cNvSpPr/>
            <p:nvPr/>
          </p:nvSpPr>
          <p:spPr>
            <a:xfrm>
              <a:off x="5316200" y="238125"/>
              <a:ext cx="153350" cy="384100"/>
            </a:xfrm>
            <a:custGeom>
              <a:avLst/>
              <a:gdLst/>
              <a:ahLst/>
              <a:cxnLst/>
              <a:rect l="l" t="t" r="r" b="b"/>
              <a:pathLst>
                <a:path w="6134" h="15364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" name="Google Shape;329;p31"/>
            <p:cNvSpPr/>
            <p:nvPr/>
          </p:nvSpPr>
          <p:spPr>
            <a:xfrm>
              <a:off x="1190625" y="4472975"/>
              <a:ext cx="384100" cy="153350"/>
            </a:xfrm>
            <a:custGeom>
              <a:avLst/>
              <a:gdLst/>
              <a:ahLst/>
              <a:cxnLst/>
              <a:rect l="l" t="t" r="r" b="b"/>
              <a:pathLst>
                <a:path w="15364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" name="Google Shape;330;p31"/>
            <p:cNvSpPr/>
            <p:nvPr/>
          </p:nvSpPr>
          <p:spPr>
            <a:xfrm>
              <a:off x="1190625" y="4013050"/>
              <a:ext cx="384100" cy="153325"/>
            </a:xfrm>
            <a:custGeom>
              <a:avLst/>
              <a:gdLst/>
              <a:ahLst/>
              <a:cxnLst/>
              <a:rect l="l" t="t" r="r" b="b"/>
              <a:pathLst>
                <a:path w="15364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" name="Google Shape;331;p31"/>
            <p:cNvSpPr/>
            <p:nvPr/>
          </p:nvSpPr>
          <p:spPr>
            <a:xfrm>
              <a:off x="1190625" y="3553100"/>
              <a:ext cx="384100" cy="154150"/>
            </a:xfrm>
            <a:custGeom>
              <a:avLst/>
              <a:gdLst/>
              <a:ahLst/>
              <a:cxnLst/>
              <a:rect l="l" t="t" r="r" b="b"/>
              <a:pathLst>
                <a:path w="15364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15364" y="6166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" name="Google Shape;332;p31"/>
            <p:cNvSpPr/>
            <p:nvPr/>
          </p:nvSpPr>
          <p:spPr>
            <a:xfrm>
              <a:off x="1190625" y="3093975"/>
              <a:ext cx="384100" cy="153350"/>
            </a:xfrm>
            <a:custGeom>
              <a:avLst/>
              <a:gdLst/>
              <a:ahLst/>
              <a:cxnLst/>
              <a:rect l="l" t="t" r="r" b="b"/>
              <a:pathLst>
                <a:path w="15364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" name="Google Shape;333;p31"/>
            <p:cNvSpPr/>
            <p:nvPr/>
          </p:nvSpPr>
          <p:spPr>
            <a:xfrm>
              <a:off x="1190625" y="2634050"/>
              <a:ext cx="384100" cy="153325"/>
            </a:xfrm>
            <a:custGeom>
              <a:avLst/>
              <a:gdLst/>
              <a:ahLst/>
              <a:cxnLst/>
              <a:rect l="l" t="t" r="r" b="b"/>
              <a:pathLst>
                <a:path w="15364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334;p31"/>
            <p:cNvSpPr/>
            <p:nvPr/>
          </p:nvSpPr>
          <p:spPr>
            <a:xfrm>
              <a:off x="1190625" y="2174100"/>
              <a:ext cx="384100" cy="154150"/>
            </a:xfrm>
            <a:custGeom>
              <a:avLst/>
              <a:gdLst/>
              <a:ahLst/>
              <a:cxnLst/>
              <a:rect l="l" t="t" r="r" b="b"/>
              <a:pathLst>
                <a:path w="15364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15364" y="6166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335;p31"/>
            <p:cNvSpPr/>
            <p:nvPr/>
          </p:nvSpPr>
          <p:spPr>
            <a:xfrm>
              <a:off x="1190625" y="1714975"/>
              <a:ext cx="384100" cy="153350"/>
            </a:xfrm>
            <a:custGeom>
              <a:avLst/>
              <a:gdLst/>
              <a:ahLst/>
              <a:cxnLst/>
              <a:rect l="l" t="t" r="r" b="b"/>
              <a:pathLst>
                <a:path w="15364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" name="Google Shape;336;p31"/>
            <p:cNvSpPr/>
            <p:nvPr/>
          </p:nvSpPr>
          <p:spPr>
            <a:xfrm>
              <a:off x="1190625" y="1255025"/>
              <a:ext cx="384100" cy="153350"/>
            </a:xfrm>
            <a:custGeom>
              <a:avLst/>
              <a:gdLst/>
              <a:ahLst/>
              <a:cxnLst/>
              <a:rect l="l" t="t" r="r" b="b"/>
              <a:pathLst>
                <a:path w="15364" h="6134" extrusionOk="0">
                  <a:moveTo>
                    <a:pt x="0" y="1"/>
                  </a:moveTo>
                  <a:lnTo>
                    <a:pt x="0" y="6134"/>
                  </a:lnTo>
                  <a:lnTo>
                    <a:pt x="15364" y="6134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" name="Google Shape;337;p31"/>
            <p:cNvSpPr/>
            <p:nvPr/>
          </p:nvSpPr>
          <p:spPr>
            <a:xfrm>
              <a:off x="5329250" y="5073200"/>
              <a:ext cx="154150" cy="384125"/>
            </a:xfrm>
            <a:custGeom>
              <a:avLst/>
              <a:gdLst/>
              <a:ahLst/>
              <a:cxnLst/>
              <a:rect l="l" t="t" r="r" b="b"/>
              <a:pathLst>
                <a:path w="6166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66" y="15364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" name="Google Shape;338;p31"/>
            <p:cNvSpPr/>
            <p:nvPr/>
          </p:nvSpPr>
          <p:spPr>
            <a:xfrm>
              <a:off x="4870125" y="5073200"/>
              <a:ext cx="153350" cy="384125"/>
            </a:xfrm>
            <a:custGeom>
              <a:avLst/>
              <a:gdLst/>
              <a:ahLst/>
              <a:cxnLst/>
              <a:rect l="l" t="t" r="r" b="b"/>
              <a:pathLst>
                <a:path w="6134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339;p31"/>
            <p:cNvSpPr/>
            <p:nvPr/>
          </p:nvSpPr>
          <p:spPr>
            <a:xfrm>
              <a:off x="4410200" y="5073200"/>
              <a:ext cx="153325" cy="384125"/>
            </a:xfrm>
            <a:custGeom>
              <a:avLst/>
              <a:gdLst/>
              <a:ahLst/>
              <a:cxnLst/>
              <a:rect l="l" t="t" r="r" b="b"/>
              <a:pathLst>
                <a:path w="6133" h="15365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" name="Google Shape;340;p31"/>
            <p:cNvSpPr/>
            <p:nvPr/>
          </p:nvSpPr>
          <p:spPr>
            <a:xfrm>
              <a:off x="3950250" y="5073200"/>
              <a:ext cx="153350" cy="384125"/>
            </a:xfrm>
            <a:custGeom>
              <a:avLst/>
              <a:gdLst/>
              <a:ahLst/>
              <a:cxnLst/>
              <a:rect l="l" t="t" r="r" b="b"/>
              <a:pathLst>
                <a:path w="6134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" name="Google Shape;341;p31"/>
            <p:cNvSpPr/>
            <p:nvPr/>
          </p:nvSpPr>
          <p:spPr>
            <a:xfrm>
              <a:off x="3491125" y="5073200"/>
              <a:ext cx="153350" cy="384125"/>
            </a:xfrm>
            <a:custGeom>
              <a:avLst/>
              <a:gdLst/>
              <a:ahLst/>
              <a:cxnLst/>
              <a:rect l="l" t="t" r="r" b="b"/>
              <a:pathLst>
                <a:path w="6134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342;p31"/>
            <p:cNvSpPr/>
            <p:nvPr/>
          </p:nvSpPr>
          <p:spPr>
            <a:xfrm>
              <a:off x="3031200" y="5073200"/>
              <a:ext cx="153325" cy="384125"/>
            </a:xfrm>
            <a:custGeom>
              <a:avLst/>
              <a:gdLst/>
              <a:ahLst/>
              <a:cxnLst/>
              <a:rect l="l" t="t" r="r" b="b"/>
              <a:pathLst>
                <a:path w="6133" h="15365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343;p31"/>
            <p:cNvSpPr/>
            <p:nvPr/>
          </p:nvSpPr>
          <p:spPr>
            <a:xfrm>
              <a:off x="2571250" y="5073200"/>
              <a:ext cx="153325" cy="384125"/>
            </a:xfrm>
            <a:custGeom>
              <a:avLst/>
              <a:gdLst/>
              <a:ahLst/>
              <a:cxnLst/>
              <a:rect l="l" t="t" r="r" b="b"/>
              <a:pathLst>
                <a:path w="6133" h="15365" extrusionOk="0">
                  <a:moveTo>
                    <a:pt x="0" y="0"/>
                  </a:moveTo>
                  <a:lnTo>
                    <a:pt x="0" y="15364"/>
                  </a:lnTo>
                  <a:lnTo>
                    <a:pt x="6133" y="15364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344;p31"/>
            <p:cNvSpPr/>
            <p:nvPr/>
          </p:nvSpPr>
          <p:spPr>
            <a:xfrm>
              <a:off x="2111300" y="5073200"/>
              <a:ext cx="154150" cy="384125"/>
            </a:xfrm>
            <a:custGeom>
              <a:avLst/>
              <a:gdLst/>
              <a:ahLst/>
              <a:cxnLst/>
              <a:rect l="l" t="t" r="r" b="b"/>
              <a:pathLst>
                <a:path w="6166" h="15365" extrusionOk="0">
                  <a:moveTo>
                    <a:pt x="1" y="0"/>
                  </a:moveTo>
                  <a:lnTo>
                    <a:pt x="1" y="15364"/>
                  </a:lnTo>
                  <a:lnTo>
                    <a:pt x="6166" y="15364"/>
                  </a:lnTo>
                  <a:lnTo>
                    <a:pt x="616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345;p31"/>
            <p:cNvSpPr/>
            <p:nvPr/>
          </p:nvSpPr>
          <p:spPr>
            <a:xfrm>
              <a:off x="6025700" y="1158800"/>
              <a:ext cx="384125" cy="154150"/>
            </a:xfrm>
            <a:custGeom>
              <a:avLst/>
              <a:gdLst/>
              <a:ahLst/>
              <a:cxnLst/>
              <a:rect l="l" t="t" r="r" b="b"/>
              <a:pathLst>
                <a:path w="15365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15364" y="6166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346;p31"/>
            <p:cNvSpPr/>
            <p:nvPr/>
          </p:nvSpPr>
          <p:spPr>
            <a:xfrm>
              <a:off x="6025700" y="1618750"/>
              <a:ext cx="384125" cy="153325"/>
            </a:xfrm>
            <a:custGeom>
              <a:avLst/>
              <a:gdLst/>
              <a:ahLst/>
              <a:cxnLst/>
              <a:rect l="l" t="t" r="r" b="b"/>
              <a:pathLst>
                <a:path w="15365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347;p31"/>
            <p:cNvSpPr/>
            <p:nvPr/>
          </p:nvSpPr>
          <p:spPr>
            <a:xfrm>
              <a:off x="6025700" y="2078700"/>
              <a:ext cx="384125" cy="153325"/>
            </a:xfrm>
            <a:custGeom>
              <a:avLst/>
              <a:gdLst/>
              <a:ahLst/>
              <a:cxnLst/>
              <a:rect l="l" t="t" r="r" b="b"/>
              <a:pathLst>
                <a:path w="15365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348;p31"/>
            <p:cNvSpPr/>
            <p:nvPr/>
          </p:nvSpPr>
          <p:spPr>
            <a:xfrm>
              <a:off x="6025700" y="2538625"/>
              <a:ext cx="384125" cy="153350"/>
            </a:xfrm>
            <a:custGeom>
              <a:avLst/>
              <a:gdLst/>
              <a:ahLst/>
              <a:cxnLst/>
              <a:rect l="l" t="t" r="r" b="b"/>
              <a:pathLst>
                <a:path w="15365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349;p31"/>
            <p:cNvSpPr/>
            <p:nvPr/>
          </p:nvSpPr>
          <p:spPr>
            <a:xfrm>
              <a:off x="6025700" y="2997750"/>
              <a:ext cx="384125" cy="153350"/>
            </a:xfrm>
            <a:custGeom>
              <a:avLst/>
              <a:gdLst/>
              <a:ahLst/>
              <a:cxnLst/>
              <a:rect l="l" t="t" r="r" b="b"/>
              <a:pathLst>
                <a:path w="15365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350;p31"/>
            <p:cNvSpPr/>
            <p:nvPr/>
          </p:nvSpPr>
          <p:spPr>
            <a:xfrm>
              <a:off x="6025700" y="3457700"/>
              <a:ext cx="384125" cy="153325"/>
            </a:xfrm>
            <a:custGeom>
              <a:avLst/>
              <a:gdLst/>
              <a:ahLst/>
              <a:cxnLst/>
              <a:rect l="l" t="t" r="r" b="b"/>
              <a:pathLst>
                <a:path w="15365" h="6133" extrusionOk="0">
                  <a:moveTo>
                    <a:pt x="0" y="0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351;p31"/>
            <p:cNvSpPr/>
            <p:nvPr/>
          </p:nvSpPr>
          <p:spPr>
            <a:xfrm>
              <a:off x="6025700" y="3917625"/>
              <a:ext cx="384125" cy="153350"/>
            </a:xfrm>
            <a:custGeom>
              <a:avLst/>
              <a:gdLst/>
              <a:ahLst/>
              <a:cxnLst/>
              <a:rect l="l" t="t" r="r" b="b"/>
              <a:pathLst>
                <a:path w="15365" h="6134" extrusionOk="0">
                  <a:moveTo>
                    <a:pt x="0" y="1"/>
                  </a:moveTo>
                  <a:lnTo>
                    <a:pt x="0" y="6133"/>
                  </a:lnTo>
                  <a:lnTo>
                    <a:pt x="15364" y="6133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352;p31"/>
            <p:cNvSpPr/>
            <p:nvPr/>
          </p:nvSpPr>
          <p:spPr>
            <a:xfrm>
              <a:off x="6025700" y="4376750"/>
              <a:ext cx="384125" cy="154150"/>
            </a:xfrm>
            <a:custGeom>
              <a:avLst/>
              <a:gdLst/>
              <a:ahLst/>
              <a:cxnLst/>
              <a:rect l="l" t="t" r="r" b="b"/>
              <a:pathLst>
                <a:path w="15365" h="6166" extrusionOk="0">
                  <a:moveTo>
                    <a:pt x="0" y="1"/>
                  </a:moveTo>
                  <a:lnTo>
                    <a:pt x="0" y="6166"/>
                  </a:lnTo>
                  <a:lnTo>
                    <a:pt x="15364" y="6166"/>
                  </a:lnTo>
                  <a:lnTo>
                    <a:pt x="15364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50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ANTERIOR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50" y="3290549"/>
            <a:ext cx="3425700" cy="10917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 -Arreglos y Matrices</a:t>
            </a:r>
          </a:p>
          <a:p>
            <a:pPr marL="146050" lvl="0" indent="0">
              <a:buSzPts val="1300"/>
            </a:pPr>
            <a:r>
              <a:rPr lang="es-ES" dirty="0"/>
              <a:t> -Entendimiento de los datos</a:t>
            </a:r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648536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ARRAYS Uni-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dimensionales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2283" y="1424343"/>
            <a:ext cx="3441974" cy="824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¿Qué es un arreglo, array o vector?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En programación,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un arreglo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(o array en inglés) es una estructura de datos que permite almacenar una colección de elementos del mismo tipo, bajo un mismo nombre, y a los que se puede acceder mediante un índice numérico. Básicamente, es una forma de organizar y acceder a múltiples datos de manera eficiente dentro de una variable. </a:t>
            </a:r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1026" name="Picture 2" descr="Arreglos unidimensionales – Prácticas con Arduino y DASA">
            <a:extLst>
              <a:ext uri="{FF2B5EF4-FFF2-40B4-BE49-F238E27FC236}">
                <a16:creationId xmlns:a16="http://schemas.microsoft.com/office/drawing/2014/main" id="{16FB9020-48FE-3EBB-90F4-8332ECCD3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811" y="1561415"/>
            <a:ext cx="5137363" cy="307154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4646390F-FC8C-3F41-6E62-433E5C447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E2E2AB74-3BAE-40B7-FAF5-0D1DED671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6DB9A1E1-9558-7060-68A3-9F8923E72894}"/>
              </a:ext>
            </a:extLst>
          </p:cNvPr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ARRAYS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Bi-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dimensionales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C49E0FD8-2D45-5192-DD66-45AA7A7BBD26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142D8268-2A1D-7DF4-922B-B9C2DFB2A306}"/>
              </a:ext>
            </a:extLst>
          </p:cNvPr>
          <p:cNvSpPr txBox="1"/>
          <p:nvPr/>
        </p:nvSpPr>
        <p:spPr>
          <a:xfrm>
            <a:off x="292283" y="1424343"/>
            <a:ext cx="3441974" cy="824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¿Qué es un arreglo bidimensional o matriz?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Un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array bidimensional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, también conocido como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matriz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, es una estructura de datos que organiza los elementos en filas y columnas, formando una tabla o cuadrícula. Para acceder a un elemento específico dentro de un array bidimensional, se necesitan dos índices: uno para la fila y otro para la columna. </a:t>
            </a:r>
          </a:p>
        </p:txBody>
      </p:sp>
      <p:sp>
        <p:nvSpPr>
          <p:cNvPr id="10" name="Google Shape;136;p27">
            <a:extLst>
              <a:ext uri="{FF2B5EF4-FFF2-40B4-BE49-F238E27FC236}">
                <a16:creationId xmlns:a16="http://schemas.microsoft.com/office/drawing/2014/main" id="{AAC393BC-1BD0-3BF7-7360-51DEC9534FF5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050" name="Picture 2" descr="ᐅ Pseint: Uso de las Matrices o Arreglos Bidimensionales">
            <a:extLst>
              <a:ext uri="{FF2B5EF4-FFF2-40B4-BE49-F238E27FC236}">
                <a16:creationId xmlns:a16="http://schemas.microsoft.com/office/drawing/2014/main" id="{C4361829-FDF3-DCB4-D25E-481BB08E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9723" y="1600722"/>
            <a:ext cx="4851994" cy="323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4431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7183ECF6-311C-9483-DB30-A2F1490AA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CA045EFC-F728-CF90-80F3-7BA062DD5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BA0377FD-4901-595D-68EB-7FA8A7CB34EB}"/>
              </a:ext>
            </a:extLst>
          </p:cNvPr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ARRAYS Multi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-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dimensionales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20EA68FE-B5E8-C46E-FBFE-EF28A89E23DB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2014E3EF-0EB7-5CDF-657A-AA83E0C66B55}"/>
              </a:ext>
            </a:extLst>
          </p:cNvPr>
          <p:cNvSpPr txBox="1"/>
          <p:nvPr/>
        </p:nvSpPr>
        <p:spPr>
          <a:xfrm>
            <a:off x="292283" y="1424343"/>
            <a:ext cx="3352799" cy="824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¿Qué es un arreglo multidimensional o  páginas?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Un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array multidimensional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 es una estructura de datos que contiene otros </a:t>
            </a:r>
            <a:r>
              <a:rPr lang="es-ES" sz="1600" dirty="0" err="1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arrays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 (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páginas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) como elementos, permitiendo la organización de datos en más de una dimensión, como filas y columnas (bidimensional) o incluso más niveles de complejidad (tridimensional, etc.). En esencia, es una matriz de matrices o una colección de arreglos anidados. </a:t>
            </a:r>
          </a:p>
        </p:txBody>
      </p:sp>
      <p:sp>
        <p:nvSpPr>
          <p:cNvPr id="10" name="Google Shape;136;p27">
            <a:extLst>
              <a:ext uri="{FF2B5EF4-FFF2-40B4-BE49-F238E27FC236}">
                <a16:creationId xmlns:a16="http://schemas.microsoft.com/office/drawing/2014/main" id="{18C2EEB3-620F-B22F-9F57-6A69CBEDF927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3074" name="Picture 2" descr="Multidimensional Arrays - MATLAB &amp;amp; Simulink">
            <a:extLst>
              <a:ext uri="{FF2B5EF4-FFF2-40B4-BE49-F238E27FC236}">
                <a16:creationId xmlns:a16="http://schemas.microsoft.com/office/drawing/2014/main" id="{46964F50-58A1-BC81-EF20-B58630C05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788" y="2049560"/>
            <a:ext cx="5036929" cy="226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3157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A5202E27-2E54-C558-54B3-A951604F7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3B5D5A76-C02A-8FF6-DBAE-F857AE1B924C}"/>
              </a:ext>
            </a:extLst>
          </p:cNvPr>
          <p:cNvSpPr txBox="1">
            <a:spLocks/>
          </p:cNvSpPr>
          <p:nvPr/>
        </p:nvSpPr>
        <p:spPr>
          <a:xfrm>
            <a:off x="353155" y="304668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Entendimiento del negocio 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Entendimiento de</a:t>
            </a: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los datos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Airbnb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6894E290-CB16-D44C-992F-F431E0EAD354}"/>
              </a:ext>
            </a:extLst>
          </p:cNvPr>
          <p:cNvCxnSpPr>
            <a:cxnSpLocks/>
          </p:cNvCxnSpPr>
          <p:nvPr/>
        </p:nvCxnSpPr>
        <p:spPr>
          <a:xfrm>
            <a:off x="373702" y="457200"/>
            <a:ext cx="0" cy="1113692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BE7B670D-E120-A1D6-6BEA-542B36916765}"/>
              </a:ext>
            </a:extLst>
          </p:cNvPr>
          <p:cNvSpPr txBox="1"/>
          <p:nvPr/>
        </p:nvSpPr>
        <p:spPr>
          <a:xfrm>
            <a:off x="127516" y="1597969"/>
            <a:ext cx="2712067" cy="776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¿Qué es Airbnb?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Airbnb comenzó en 2008, cuando dos diseñadores que tenían espacio libre en casa recibieron a tres viajeros que buscaban un lugar donde hospedarse. En la actualidad, millones de anfitriones y huéspedes han creado cuentas gratuitas en Airbnb para disfrutar su visión compartida del mundo.</a:t>
            </a:r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1026" name="Picture 2" descr="Ventajas y desventajas de Airbnb - Entorno Turístico">
            <a:extLst>
              <a:ext uri="{FF2B5EF4-FFF2-40B4-BE49-F238E27FC236}">
                <a16:creationId xmlns:a16="http://schemas.microsoft.com/office/drawing/2014/main" id="{4CC6346A-DD6E-9913-E540-05C8EFE55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374" y="1650023"/>
            <a:ext cx="6210626" cy="3493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The Learning Gate | Tec de Monterrey">
            <a:extLst>
              <a:ext uri="{FF2B5EF4-FFF2-40B4-BE49-F238E27FC236}">
                <a16:creationId xmlns:a16="http://schemas.microsoft.com/office/drawing/2014/main" id="{FA9E8A50-99FC-67C4-3282-E00722ADA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94957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C6E2AE3D-CF01-5942-63EA-802C5F54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40222CBB-78F9-A426-4B2A-89D607F63FF0}"/>
              </a:ext>
            </a:extLst>
          </p:cNvPr>
          <p:cNvSpPr txBox="1">
            <a:spLocks/>
          </p:cNvSpPr>
          <p:nvPr/>
        </p:nvSpPr>
        <p:spPr>
          <a:xfrm>
            <a:off x="373702" y="396090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Entendimiento del negocio 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Entendimiento de</a:t>
            </a: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los datos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Airbnb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82E383FB-61AA-34BF-5021-15EFEB72E743}"/>
              </a:ext>
            </a:extLst>
          </p:cNvPr>
          <p:cNvCxnSpPr>
            <a:cxnSpLocks/>
          </p:cNvCxnSpPr>
          <p:nvPr/>
        </p:nvCxnSpPr>
        <p:spPr>
          <a:xfrm>
            <a:off x="373703" y="591018"/>
            <a:ext cx="0" cy="109388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39A05BE7-B27C-571F-B1B6-591093AF933F}"/>
              </a:ext>
            </a:extLst>
          </p:cNvPr>
          <p:cNvSpPr txBox="1"/>
          <p:nvPr/>
        </p:nvSpPr>
        <p:spPr>
          <a:xfrm>
            <a:off x="150222" y="1747657"/>
            <a:ext cx="4750017" cy="776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¿Qué es Airbnb?</a:t>
            </a:r>
          </a:p>
          <a:p>
            <a:pPr algn="just"/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Airbnb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es una compañía que ofrece una plataforma digital dedicada a la oferta de alojamientos a particulares y turísticos (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alquiler vacacional)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mediante la cual los anfitriones pueden publicitar y contratar el arriendo de sus propiedades con sus huéspedes; anfitriones y huéspedes pueden valorarse mutuamente, como referencia para futuros usuarios. El nombre es un acrónimo de </a:t>
            </a:r>
            <a:r>
              <a:rPr lang="es-ES" sz="1600" dirty="0" err="1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airbed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and </a:t>
            </a:r>
            <a:r>
              <a:rPr lang="es-ES" sz="1600" dirty="0" err="1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breakfast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Airbnb tiene una oferta de unas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2 000 000 propiedades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192 países y 33000 ciudades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Desde su creación en noviembre de 2008 hasta junio de 2012 se realizaron 10 millones de reservas.</a:t>
            </a:r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050" name="Picture 2" descr="Qué es Airbnb y cómo funciona? Aquí te lo explicamos | Digital Trends  Español">
            <a:extLst>
              <a:ext uri="{FF2B5EF4-FFF2-40B4-BE49-F238E27FC236}">
                <a16:creationId xmlns:a16="http://schemas.microsoft.com/office/drawing/2014/main" id="{BE63A53C-82CD-3825-C384-E4E77FEA6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239" y="1926575"/>
            <a:ext cx="4127988" cy="275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The Learning Gate | Tec de Monterrey">
            <a:extLst>
              <a:ext uri="{FF2B5EF4-FFF2-40B4-BE49-F238E27FC236}">
                <a16:creationId xmlns:a16="http://schemas.microsoft.com/office/drawing/2014/main" id="{5C8C0F0C-F731-E5DE-4A5E-124BF9DFD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6512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F52D102D-4F93-2281-AD1B-84D57A49F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14D65517-B315-20F3-73F7-775E2F157145}"/>
              </a:ext>
            </a:extLst>
          </p:cNvPr>
          <p:cNvSpPr txBox="1">
            <a:spLocks/>
          </p:cNvSpPr>
          <p:nvPr/>
        </p:nvSpPr>
        <p:spPr>
          <a:xfrm>
            <a:off x="373701" y="396090"/>
            <a:ext cx="520648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Situación Problema del Cliente 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Airbnb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B1D4B36D-401E-3C30-4D45-EACE98052454}"/>
              </a:ext>
            </a:extLst>
          </p:cNvPr>
          <p:cNvCxnSpPr>
            <a:cxnSpLocks/>
          </p:cNvCxnSpPr>
          <p:nvPr/>
        </p:nvCxnSpPr>
        <p:spPr>
          <a:xfrm>
            <a:off x="373703" y="591018"/>
            <a:ext cx="0" cy="73369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3074" name="Picture 2" descr="Qué es un Airbnb y cómo funciona?">
            <a:extLst>
              <a:ext uri="{FF2B5EF4-FFF2-40B4-BE49-F238E27FC236}">
                <a16:creationId xmlns:a16="http://schemas.microsoft.com/office/drawing/2014/main" id="{3BAA6F2B-463E-CF31-7295-9214B1F38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892" y="2029070"/>
            <a:ext cx="4431323" cy="2954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603;p42">
            <a:extLst>
              <a:ext uri="{FF2B5EF4-FFF2-40B4-BE49-F238E27FC236}">
                <a16:creationId xmlns:a16="http://schemas.microsoft.com/office/drawing/2014/main" id="{3C3535B6-139D-089A-B410-42BDA5585ADB}"/>
              </a:ext>
            </a:extLst>
          </p:cNvPr>
          <p:cNvSpPr txBox="1"/>
          <p:nvPr/>
        </p:nvSpPr>
        <p:spPr>
          <a:xfrm>
            <a:off x="352573" y="1456369"/>
            <a:ext cx="8662473" cy="57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23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Ingresar</a:t>
            </a:r>
            <a:r>
              <a:rPr lang="en-US" sz="23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a: </a:t>
            </a:r>
            <a:r>
              <a:rPr lang="en-US" sz="23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https://insideairbnb.com/get-the-data/</a:t>
            </a:r>
            <a:endParaRPr lang="en-US" sz="23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3" name="Picture 4" descr="The Learning Gate | Tec de Monterrey">
            <a:extLst>
              <a:ext uri="{FF2B5EF4-FFF2-40B4-BE49-F238E27FC236}">
                <a16:creationId xmlns:a16="http://schemas.microsoft.com/office/drawing/2014/main" id="{FCB039C4-F2BE-2BA4-672E-2C25A50F1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46942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680C55B-736C-A138-E389-FE6324051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>
            <a:extLst>
              <a:ext uri="{FF2B5EF4-FFF2-40B4-BE49-F238E27FC236}">
                <a16:creationId xmlns:a16="http://schemas.microsoft.com/office/drawing/2014/main" id="{E8F74953-0CAD-5EB4-5485-9DB9828E7A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ACTUAL</a:t>
            </a:r>
            <a:endParaRPr sz="4000" dirty="0"/>
          </a:p>
        </p:txBody>
      </p:sp>
      <p:sp>
        <p:nvSpPr>
          <p:cNvPr id="175" name="Google Shape;175;p30">
            <a:extLst>
              <a:ext uri="{FF2B5EF4-FFF2-40B4-BE49-F238E27FC236}">
                <a16:creationId xmlns:a16="http://schemas.microsoft.com/office/drawing/2014/main" id="{893F1F36-7FE3-9F5F-4F2A-F38DB9623BE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17750" y="3290549"/>
            <a:ext cx="3425700" cy="10917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 -Indexación</a:t>
            </a:r>
          </a:p>
          <a:p>
            <a:pPr marL="146050" lvl="0" indent="0">
              <a:buSzPts val="1300"/>
            </a:pPr>
            <a:r>
              <a:rPr lang="es-ES" dirty="0"/>
              <a:t> -Segmentación</a:t>
            </a:r>
          </a:p>
        </p:txBody>
      </p:sp>
      <p:sp>
        <p:nvSpPr>
          <p:cNvPr id="176" name="Google Shape;176;p30">
            <a:extLst>
              <a:ext uri="{FF2B5EF4-FFF2-40B4-BE49-F238E27FC236}">
                <a16:creationId xmlns:a16="http://schemas.microsoft.com/office/drawing/2014/main" id="{7E6143CB-5F05-679C-4606-78DAF3ECA9D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348799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177" name="Google Shape;177;p30">
            <a:extLst>
              <a:ext uri="{FF2B5EF4-FFF2-40B4-BE49-F238E27FC236}">
                <a16:creationId xmlns:a16="http://schemas.microsoft.com/office/drawing/2014/main" id="{0C540975-3966-9C3A-D983-7EB912D38ACB}"/>
              </a:ext>
            </a:extLst>
          </p:cNvPr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41D7DC80-9B1B-988A-FE53-199FC036B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6210329B-14B3-708C-D718-A58B73BA58D9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203235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2CAF87A2-33FC-9040-16E5-AAFE60311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31F1F15F-E2E8-4F7F-3FC4-5E77AB13F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C624E8A5-B853-0711-7732-A3559462C475}"/>
              </a:ext>
            </a:extLst>
          </p:cNvPr>
          <p:cNvSpPr txBox="1">
            <a:spLocks/>
          </p:cNvSpPr>
          <p:nvPr/>
        </p:nvSpPr>
        <p:spPr>
          <a:xfrm>
            <a:off x="378522" y="827322"/>
            <a:ext cx="68985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INDEXACIÓN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0746ECA1-A9B5-4092-296A-B985E1054865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9DFC7D94-5770-6EFA-2EDD-62F4C4821607}"/>
              </a:ext>
            </a:extLst>
          </p:cNvPr>
          <p:cNvSpPr txBox="1"/>
          <p:nvPr/>
        </p:nvSpPr>
        <p:spPr>
          <a:xfrm>
            <a:off x="292283" y="1424343"/>
            <a:ext cx="8711040" cy="824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¿Cómo se ejecuta la indexación?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En programación,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la indexación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se refiere a la práctica de </a:t>
            </a:r>
            <a:r>
              <a:rPr lang="es-ES" sz="1600" b="1" i="1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crear un índice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ea typeface="Fira Sans Condensed Light"/>
                <a:cs typeface="Times New Roman" panose="02020603050405020304" pitchFamily="18" charset="0"/>
                <a:sym typeface="Fira Sans Condensed Light"/>
              </a:rPr>
              <a:t>para un conjunto de datos, como una base de datos o una colección de documentos, con el fin de acelerar la búsqueda y recuperación de información. Similar a un índice en un libro, un índice en programación permite acceder rápidamente a elementos específicos sin tener que examinar todo el conjunto de datos. </a:t>
            </a:r>
            <a:endParaRPr lang="es-ES" dirty="0">
              <a:solidFill>
                <a:srgbClr val="F3F3F3"/>
              </a:solidFill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sp>
        <p:nvSpPr>
          <p:cNvPr id="10" name="Google Shape;136;p27">
            <a:extLst>
              <a:ext uri="{FF2B5EF4-FFF2-40B4-BE49-F238E27FC236}">
                <a16:creationId xmlns:a16="http://schemas.microsoft.com/office/drawing/2014/main" id="{54BA0893-5E59-AB85-07C1-C437C38D667D}"/>
              </a:ext>
            </a:extLst>
          </p:cNvPr>
          <p:cNvSpPr txBox="1">
            <a:spLocks/>
          </p:cNvSpPr>
          <p:nvPr/>
        </p:nvSpPr>
        <p:spPr>
          <a:xfrm>
            <a:off x="-93784" y="5004845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2" descr="Arreglos Unidimensionales y Multidimensionales">
            <a:extLst>
              <a:ext uri="{FF2B5EF4-FFF2-40B4-BE49-F238E27FC236}">
                <a16:creationId xmlns:a16="http://schemas.microsoft.com/office/drawing/2014/main" id="{D86D7D2F-425C-5A99-60B6-5FB8D620F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773" y="2934047"/>
            <a:ext cx="4932454" cy="190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908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F3126370-FE3A-15B7-AC41-8BDD0EE7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A93B1ADB-BF3A-0C5A-9026-8CA1F5F807ED}"/>
              </a:ext>
            </a:extLst>
          </p:cNvPr>
          <p:cNvSpPr txBox="1">
            <a:spLocks/>
          </p:cNvSpPr>
          <p:nvPr/>
        </p:nvSpPr>
        <p:spPr>
          <a:xfrm>
            <a:off x="378522" y="604585"/>
            <a:ext cx="87654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1 (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Entendimiento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los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Datos 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indexación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2E4CCB87-49C5-6E48-F38C-7F189DA208A3}"/>
              </a:ext>
            </a:extLst>
          </p:cNvPr>
          <p:cNvCxnSpPr/>
          <p:nvPr/>
        </p:nvCxnSpPr>
        <p:spPr>
          <a:xfrm rot="5400000">
            <a:off x="203275" y="888555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D1A1B827-5CCF-A8E5-4B9C-4168963C5B15}"/>
              </a:ext>
            </a:extLst>
          </p:cNvPr>
          <p:cNvSpPr txBox="1"/>
          <p:nvPr/>
        </p:nvSpPr>
        <p:spPr>
          <a:xfrm>
            <a:off x="430024" y="968594"/>
            <a:ext cx="8662473" cy="395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nuevo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Entendimiento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Datos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Ingresar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 base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datos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correspondiente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país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asignado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 “listings.csv”</a:t>
            </a:r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 </a:t>
            </a: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Realizar 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 traducción a español y la descripción de cada una de las variables de la base de datos con ayuda del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“Data </a:t>
            </a:r>
            <a:r>
              <a:rPr lang="es-E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Dictionary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 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proporcionado por la compañía Airbnb y coloca la información en una tabla.</a:t>
            </a: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Aplicar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siguientes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ejemplos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indexación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sobre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base de datos de la ciudad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seleccionada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Respaldar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csv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obtenidos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GitHub.</a:t>
            </a: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(a) Todas las filas y solo las columnas “</a:t>
            </a:r>
            <a:r>
              <a:rPr lang="es-E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name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”, “</a:t>
            </a:r>
            <a:r>
              <a:rPr lang="es-E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host_name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”, “</a:t>
            </a:r>
            <a:r>
              <a:rPr lang="es-E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room_type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 y “</a:t>
            </a:r>
            <a:r>
              <a:rPr lang="es-E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price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(b) Todas las filas y todas las columnas excepto “id”, “</a:t>
            </a:r>
            <a:r>
              <a:rPr lang="es-E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host_id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 y “</a:t>
            </a:r>
            <a:r>
              <a:rPr lang="es-E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host_profile_id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(c) Las filas 0, 50-100, 200, 1000, 2000, 3000, 5000, 7000-8000 y todas las columnas</a:t>
            </a: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(d) Todas las filas pares y todas las columnas impares</a:t>
            </a: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(e) Todas las filas primas y todas las columnas primas</a:t>
            </a: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9DBD206E-5D7A-57DC-8D03-C2C705ECC1E4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3" name="Picture 4" descr="The Learning Gate | Tec de Monterrey">
            <a:extLst>
              <a:ext uri="{FF2B5EF4-FFF2-40B4-BE49-F238E27FC236}">
                <a16:creationId xmlns:a16="http://schemas.microsoft.com/office/drawing/2014/main" id="{8A1F9184-89D0-2E59-9C37-F032C026E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167440"/>
            <a:ext cx="2818846" cy="4948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27730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F3126370-FE3A-15B7-AC41-8BDD0EE7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A93B1ADB-BF3A-0C5A-9026-8CA1F5F807ED}"/>
              </a:ext>
            </a:extLst>
          </p:cNvPr>
          <p:cNvSpPr txBox="1">
            <a:spLocks/>
          </p:cNvSpPr>
          <p:nvPr/>
        </p:nvSpPr>
        <p:spPr>
          <a:xfrm>
            <a:off x="378522" y="827322"/>
            <a:ext cx="87654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1 (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Entendimiento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los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Datos 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indexación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2E4CCB87-49C5-6E48-F38C-7F189DA208A3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D1A1B827-5CCF-A8E5-4B9C-4168963C5B15}"/>
              </a:ext>
            </a:extLst>
          </p:cNvPr>
          <p:cNvSpPr txBox="1"/>
          <p:nvPr/>
        </p:nvSpPr>
        <p:spPr>
          <a:xfrm>
            <a:off x="378522" y="1311859"/>
            <a:ext cx="8662473" cy="3268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5.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Generar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formato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Ciudad_Pais.pdf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 ciudad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país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asignado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Este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debe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tabla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obtenida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punto 3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capturas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imagen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ejemplos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indexación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realizados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punto 4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respaldarlo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GitHub.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6. Subir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9DBD206E-5D7A-57DC-8D03-C2C705ECC1E4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3" name="Picture 4" descr="The Learning Gate | Tec de Monterrey">
            <a:extLst>
              <a:ext uri="{FF2B5EF4-FFF2-40B4-BE49-F238E27FC236}">
                <a16:creationId xmlns:a16="http://schemas.microsoft.com/office/drawing/2014/main" id="{8A1F9184-89D0-2E59-9C37-F032C026E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272947"/>
            <a:ext cx="2818846" cy="4948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27638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68;p46"/>
          <p:cNvSpPr txBox="1">
            <a:spLocks/>
          </p:cNvSpPr>
          <p:nvPr/>
        </p:nvSpPr>
        <p:spPr>
          <a:xfrm>
            <a:off x="2562175" y="725400"/>
            <a:ext cx="4020000" cy="1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s-ES" dirty="0"/>
              <a:t>Fin de la Sesión</a:t>
            </a:r>
          </a:p>
        </p:txBody>
      </p:sp>
      <p:sp>
        <p:nvSpPr>
          <p:cNvPr id="7" name="Google Shape;1769;p46"/>
          <p:cNvSpPr txBox="1">
            <a:spLocks/>
          </p:cNvSpPr>
          <p:nvPr/>
        </p:nvSpPr>
        <p:spPr>
          <a:xfrm>
            <a:off x="2561975" y="2105100"/>
            <a:ext cx="4020000" cy="1203900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Fira Sans Condensed Light"/>
              <a:buAutoNum type="arabicPeriod"/>
              <a:defRPr sz="13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¿Preguntas?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>
                <a:hlinkClick r:id="rId4"/>
              </a:rPr>
              <a:t>Alfredo.garcias@tec.mx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https://itesm.zoom.us/my/alfredo.garcia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 </a:t>
            </a:r>
          </a:p>
        </p:txBody>
      </p:sp>
      <p:grpSp>
        <p:nvGrpSpPr>
          <p:cNvPr id="8" name="Google Shape;1771;p46"/>
          <p:cNvGrpSpPr/>
          <p:nvPr/>
        </p:nvGrpSpPr>
        <p:grpSpPr>
          <a:xfrm>
            <a:off x="3914560" y="3451633"/>
            <a:ext cx="268782" cy="268485"/>
            <a:chOff x="3303268" y="3817349"/>
            <a:chExt cx="346056" cy="345674"/>
          </a:xfrm>
        </p:grpSpPr>
        <p:sp>
          <p:nvSpPr>
            <p:cNvPr id="9" name="Google Shape;1772;p4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73;p4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74;p4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75;p4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776;p46"/>
          <p:cNvGrpSpPr/>
          <p:nvPr/>
        </p:nvGrpSpPr>
        <p:grpSpPr>
          <a:xfrm>
            <a:off x="4263368" y="3451633"/>
            <a:ext cx="268782" cy="268485"/>
            <a:chOff x="3752358" y="3817349"/>
            <a:chExt cx="346056" cy="345674"/>
          </a:xfrm>
        </p:grpSpPr>
        <p:sp>
          <p:nvSpPr>
            <p:cNvPr id="14" name="Google Shape;1777;p4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78;p4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79;p4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80;p4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781;p46"/>
          <p:cNvGrpSpPr/>
          <p:nvPr/>
        </p:nvGrpSpPr>
        <p:grpSpPr>
          <a:xfrm>
            <a:off x="4612176" y="3451633"/>
            <a:ext cx="268757" cy="268485"/>
            <a:chOff x="4201447" y="3817349"/>
            <a:chExt cx="346024" cy="345674"/>
          </a:xfrm>
        </p:grpSpPr>
        <p:sp>
          <p:nvSpPr>
            <p:cNvPr id="19" name="Google Shape;1782;p46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83;p46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784;p46"/>
          <p:cNvGrpSpPr/>
          <p:nvPr/>
        </p:nvGrpSpPr>
        <p:grpSpPr>
          <a:xfrm>
            <a:off x="4960939" y="3451633"/>
            <a:ext cx="268460" cy="268485"/>
            <a:chOff x="5549861" y="3817349"/>
            <a:chExt cx="345642" cy="345674"/>
          </a:xfrm>
        </p:grpSpPr>
        <p:sp>
          <p:nvSpPr>
            <p:cNvPr id="22" name="Google Shape;1785;p46"/>
            <p:cNvSpPr/>
            <p:nvPr/>
          </p:nvSpPr>
          <p:spPr>
            <a:xfrm>
              <a:off x="5549861" y="3817349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86;p46"/>
            <p:cNvSpPr/>
            <p:nvPr/>
          </p:nvSpPr>
          <p:spPr>
            <a:xfrm>
              <a:off x="5590763" y="3890208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87;p46"/>
            <p:cNvSpPr/>
            <p:nvPr/>
          </p:nvSpPr>
          <p:spPr>
            <a:xfrm>
              <a:off x="5680587" y="3935024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tabLst/>
              <a:defRPr/>
            </a:pP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3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  <a:b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3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10909</TotalTime>
  <Words>1080</Words>
  <Application>Microsoft Office PowerPoint</Application>
  <PresentationFormat>Presentación en pantalla (16:9)</PresentationFormat>
  <Paragraphs>142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Fira Sans Condensed Light</vt:lpstr>
      <vt:lpstr>Arial</vt:lpstr>
      <vt:lpstr>Advent Pro Light</vt:lpstr>
      <vt:lpstr>Rajdhani</vt:lpstr>
      <vt:lpstr>Anton</vt:lpstr>
      <vt:lpstr>Ai Tech Agency by Slidesgo</vt:lpstr>
      <vt:lpstr>Presentación de PowerPoint</vt:lpstr>
      <vt:lpstr>Bienvenida</vt:lpstr>
      <vt:lpstr>Presentación de PowerPoint</vt:lpstr>
      <vt:lpstr>METODOLOGÍA CRISP DM</vt:lpstr>
      <vt:lpstr>ANALÍTICA DE DATOS</vt:lpstr>
      <vt:lpstr>CLASE ANTERIOR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CLASE ACTUAL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DOCTORAL</dc:title>
  <dc:creator>Alfredo Garcia</dc:creator>
  <cp:lastModifiedBy>Alfredo Garcia Suarez</cp:lastModifiedBy>
  <cp:revision>298</cp:revision>
  <dcterms:modified xsi:type="dcterms:W3CDTF">2026-08-17T04:38:00Z</dcterms:modified>
</cp:coreProperties>
</file>