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24"/>
  </p:notesMasterIdLst>
  <p:sldIdLst>
    <p:sldId id="256" r:id="rId2"/>
    <p:sldId id="357" r:id="rId3"/>
    <p:sldId id="358" r:id="rId4"/>
    <p:sldId id="365" r:id="rId5"/>
    <p:sldId id="436" r:id="rId6"/>
    <p:sldId id="450" r:id="rId7"/>
    <p:sldId id="409" r:id="rId8"/>
    <p:sldId id="410" r:id="rId9"/>
    <p:sldId id="411" r:id="rId10"/>
    <p:sldId id="448" r:id="rId11"/>
    <p:sldId id="415" r:id="rId12"/>
    <p:sldId id="416" r:id="rId13"/>
    <p:sldId id="428" r:id="rId14"/>
    <p:sldId id="429" r:id="rId15"/>
    <p:sldId id="430" r:id="rId16"/>
    <p:sldId id="431" r:id="rId17"/>
    <p:sldId id="432" r:id="rId18"/>
    <p:sldId id="433" r:id="rId19"/>
    <p:sldId id="434" r:id="rId20"/>
    <p:sldId id="435" r:id="rId21"/>
    <p:sldId id="449" r:id="rId22"/>
    <p:sldId id="280" r:id="rId23"/>
  </p:sldIdLst>
  <p:sldSz cx="9144000" cy="5143500" type="screen16x9"/>
  <p:notesSz cx="6858000" cy="9144000"/>
  <p:embeddedFontLst>
    <p:embeddedFont>
      <p:font typeface="Advent Pro Light" panose="020B0604020202020204" charset="0"/>
      <p:regular r:id="rId25"/>
      <p:bold r:id="rId26"/>
    </p:embeddedFont>
    <p:embeddedFont>
      <p:font typeface="Anton" pitchFamily="2" charset="0"/>
      <p:regular r:id="rId27"/>
    </p:embeddedFont>
    <p:embeddedFont>
      <p:font typeface="Fira Sans Condensed Light" panose="020B0403050000020004" pitchFamily="34" charset="0"/>
      <p:regular r:id="rId28"/>
      <p:bold r:id="rId29"/>
      <p:italic r:id="rId30"/>
      <p:boldItalic r:id="rId31"/>
    </p:embeddedFont>
    <p:embeddedFont>
      <p:font typeface="Rajdhani" panose="020B0604020202020204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E397FE-706D-4E7D-AA01-638484C1D090}">
  <a:tblStyle styleId="{95E397FE-706D-4E7D-AA01-638484C1D0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969" autoAdjust="0"/>
  </p:normalViewPr>
  <p:slideViewPr>
    <p:cSldViewPr snapToGrid="0">
      <p:cViewPr varScale="1">
        <p:scale>
          <a:sx n="91" d="100"/>
          <a:sy n="91" d="100"/>
        </p:scale>
        <p:origin x="78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7539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007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6308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D299A53-B550-606E-A0BA-2AE73292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>
            <a:extLst>
              <a:ext uri="{FF2B5EF4-FFF2-40B4-BE49-F238E27FC236}">
                <a16:creationId xmlns:a16="http://schemas.microsoft.com/office/drawing/2014/main" id="{4620A034-EEF1-5A68-4681-9BBC4FF6C2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>
            <a:extLst>
              <a:ext uri="{FF2B5EF4-FFF2-40B4-BE49-F238E27FC236}">
                <a16:creationId xmlns:a16="http://schemas.microsoft.com/office/drawing/2014/main" id="{281F3297-7303-EBC9-DF74-18B46181D2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2453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D299A53-B550-606E-A0BA-2AE73292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>
            <a:extLst>
              <a:ext uri="{FF2B5EF4-FFF2-40B4-BE49-F238E27FC236}">
                <a16:creationId xmlns:a16="http://schemas.microsoft.com/office/drawing/2014/main" id="{4620A034-EEF1-5A68-4681-9BBC4FF6C2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>
            <a:extLst>
              <a:ext uri="{FF2B5EF4-FFF2-40B4-BE49-F238E27FC236}">
                <a16:creationId xmlns:a16="http://schemas.microsoft.com/office/drawing/2014/main" id="{281F3297-7303-EBC9-DF74-18B46181D2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24536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37708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74299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4046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34247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50405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43983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7098bb5640_0_1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7098bb5640_0_1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581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139150"/>
            <a:ext cx="4404000" cy="25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>
                <a:solidFill>
                  <a:srgbClr val="F3F3F3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585075"/>
            <a:ext cx="33849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  <a:latin typeface="Advent Pro Light"/>
                <a:ea typeface="Advent Pro Light"/>
                <a:cs typeface="Advent Pro Light"/>
                <a:sym typeface="Advent Pr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solidFill>
            <a:srgbClr val="FFFFFF">
              <a:alpha val="4509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AutoNum type="arabicPeriod"/>
              <a:defRPr sz="1300">
                <a:solidFill>
                  <a:srgbClr val="F3F3F3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ítulo 1">
  <p:cSld name="Solo título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>
                <a:solidFill>
                  <a:srgbClr val="F3F3F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C343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9" r:id="rId4"/>
    <p:sldLayoutId id="2147483666" r:id="rId5"/>
    <p:sldLayoutId id="2147483667" r:id="rId6"/>
    <p:sldLayoutId id="2147483670" r:id="rId7"/>
    <p:sldLayoutId id="2147483671" r:id="rId8"/>
    <p:sldLayoutId id="214748367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lfredo.garcias@tec.m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4"/>
          <p:cNvSpPr txBox="1"/>
          <p:nvPr/>
        </p:nvSpPr>
        <p:spPr>
          <a:xfrm>
            <a:off x="745436" y="839354"/>
            <a:ext cx="8398564" cy="3978718"/>
          </a:xfrm>
          <a:prstGeom prst="rect">
            <a:avLst/>
          </a:prstGeom>
        </p:spPr>
        <p:txBody>
          <a:bodyPr vert="horz" wrap="square" lIns="0" tIns="13399" rIns="0" bIns="0" rtlCol="0">
            <a:spAutoFit/>
          </a:bodyPr>
          <a:lstStyle/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br>
              <a:rPr lang="es-MX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>
              <a:spcBef>
                <a:spcPts val="106"/>
              </a:spcBef>
            </a:pPr>
            <a:r>
              <a:rPr lang="es-ES" sz="1600" b="1" dirty="0">
                <a:solidFill>
                  <a:schemeClr val="bg1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TI3008C</a:t>
            </a:r>
            <a:br>
              <a:rPr lang="es-ES" sz="23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r>
              <a:rPr lang="es-ES" sz="27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Analítica de datos y herramientas de inteligencia artificial I</a:t>
            </a:r>
            <a:endParaRPr lang="es-ES" sz="2000" b="1" dirty="0">
              <a:solidFill>
                <a:schemeClr val="bg1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                                                                 </a:t>
            </a: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					                   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01 de Septiembre del 2026</a:t>
            </a: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MX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28" name="AutoShape 4" descr="Inicio | Título Electrónico Puebl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4340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cxnSp>
        <p:nvCxnSpPr>
          <p:cNvPr id="11" name="Google Shape;137;p27"/>
          <p:cNvCxnSpPr/>
          <p:nvPr/>
        </p:nvCxnSpPr>
        <p:spPr>
          <a:xfrm>
            <a:off x="599181" y="3300059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   </a:t>
            </a:r>
          </a:p>
          <a:p>
            <a:pPr algn="l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Facilitador: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PhD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 Alfredo García Suárez</a:t>
            </a:r>
          </a:p>
          <a:p>
            <a:pPr algn="l"/>
            <a:br>
              <a:rPr lang="es-ES"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pic>
        <p:nvPicPr>
          <p:cNvPr id="24578" name="Picture 2" descr="Qué es un Modelo de Analítica de Datos? - Northwar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8235" y="1749286"/>
            <a:ext cx="3965646" cy="1928191"/>
          </a:xfrm>
          <a:prstGeom prst="rect">
            <a:avLst/>
          </a:prstGeom>
          <a:noFill/>
        </p:spPr>
      </p:pic>
      <p:sp>
        <p:nvSpPr>
          <p:cNvPr id="8" name="Google Shape;135;p27"/>
          <p:cNvSpPr txBox="1">
            <a:spLocks noGrp="1"/>
          </p:cNvSpPr>
          <p:nvPr>
            <p:ph type="title"/>
          </p:nvPr>
        </p:nvSpPr>
        <p:spPr>
          <a:xfrm>
            <a:off x="4681549" y="1623442"/>
            <a:ext cx="3200181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Bienvenida</a:t>
            </a:r>
            <a:endParaRPr dirty="0"/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4333462" y="1921615"/>
            <a:ext cx="3737113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     </a:t>
            </a:r>
          </a:p>
          <a:p>
            <a:pPr algn="l"/>
            <a:r>
              <a:rPr lang="es-ES" dirty="0"/>
              <a:t>     </a:t>
            </a:r>
            <a:r>
              <a:rPr lang="es-ES" b="1" dirty="0"/>
              <a:t>“Los datos se están convirtiendo en la nueva materia prima de los negocios.”   </a:t>
            </a:r>
          </a:p>
          <a:p>
            <a:pPr algn="l"/>
            <a:r>
              <a:rPr lang="es-ES" dirty="0"/>
              <a:t>       </a:t>
            </a:r>
          </a:p>
          <a:p>
            <a:pPr algn="l"/>
            <a:r>
              <a:rPr lang="es-ES" dirty="0"/>
              <a:t>                                               –Craig </a:t>
            </a:r>
            <a:r>
              <a:rPr lang="es-ES" dirty="0" err="1"/>
              <a:t>Mundie</a:t>
            </a:r>
            <a:endParaRPr lang="es-ES" dirty="0"/>
          </a:p>
          <a:p>
            <a:pPr algn="l"/>
            <a:br>
              <a:rPr lang="es-ES" dirty="0"/>
            </a:br>
            <a:endParaRPr dirty="0"/>
          </a:p>
        </p:txBody>
      </p:sp>
      <p:pic>
        <p:nvPicPr>
          <p:cNvPr id="26626" name="Picture 2" descr="Reconocer los diferentes tipos de datos, indispensable en la era del Big  Dat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3872" y="1396958"/>
            <a:ext cx="3805398" cy="2757599"/>
          </a:xfrm>
          <a:prstGeom prst="rect">
            <a:avLst/>
          </a:prstGeom>
          <a:noFill/>
        </p:spPr>
      </p:pic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 descr="Analítica de Datos Aplicada a Riesgos Laborales y Seguridad y Salud en el  Trabajo | Universidad de Bogotá Jorge Tadeo Lozan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05" y="-40"/>
            <a:ext cx="9144000" cy="5143500"/>
          </a:xfrm>
          <a:prstGeom prst="rect">
            <a:avLst/>
          </a:prstGeom>
          <a:noFill/>
        </p:spPr>
      </p:pic>
      <p:sp>
        <p:nvSpPr>
          <p:cNvPr id="699" name="Google Shape;699;p36"/>
          <p:cNvSpPr txBox="1">
            <a:spLocks noGrp="1"/>
          </p:cNvSpPr>
          <p:nvPr>
            <p:ph type="title"/>
          </p:nvPr>
        </p:nvSpPr>
        <p:spPr>
          <a:xfrm>
            <a:off x="1066941" y="509825"/>
            <a:ext cx="432486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ANALÍTICA DE DATOS</a:t>
            </a:r>
            <a:endParaRPr dirty="0"/>
          </a:p>
        </p:txBody>
      </p:sp>
      <p:sp>
        <p:nvSpPr>
          <p:cNvPr id="700" name="Google Shape;700;p36"/>
          <p:cNvSpPr txBox="1">
            <a:spLocks noGrp="1"/>
          </p:cNvSpPr>
          <p:nvPr>
            <p:ph type="subTitle" idx="4294967295"/>
          </p:nvPr>
        </p:nvSpPr>
        <p:spPr>
          <a:xfrm>
            <a:off x="409516" y="3551274"/>
            <a:ext cx="2252610" cy="1210527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400" dirty="0"/>
              <a:t>Recuperación de varios tipos de datos de una o varias fuentes. Aplicando diversos tipos de herramientas y filtros.</a:t>
            </a:r>
          </a:p>
        </p:txBody>
      </p:sp>
      <p:sp>
        <p:nvSpPr>
          <p:cNvPr id="701" name="Google Shape;701;p36"/>
          <p:cNvSpPr txBox="1">
            <a:spLocks noGrp="1"/>
          </p:cNvSpPr>
          <p:nvPr>
            <p:ph type="subTitle" idx="4294967295"/>
          </p:nvPr>
        </p:nvSpPr>
        <p:spPr>
          <a:xfrm>
            <a:off x="3626068" y="3779475"/>
            <a:ext cx="1891861" cy="7839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400" dirty="0"/>
              <a:t>Cálculo de estadísticas básicas para describir la ubicación, escala y forma generales de los datos.</a:t>
            </a:r>
          </a:p>
        </p:txBody>
      </p:sp>
      <p:sp>
        <p:nvSpPr>
          <p:cNvPr id="702" name="Google Shape;702;p36"/>
          <p:cNvSpPr txBox="1">
            <a:spLocks noGrp="1"/>
          </p:cNvSpPr>
          <p:nvPr>
            <p:ph type="subTitle" idx="4294967295"/>
          </p:nvPr>
        </p:nvSpPr>
        <p:spPr>
          <a:xfrm>
            <a:off x="1387367" y="1125848"/>
            <a:ext cx="3142288" cy="987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400" dirty="0"/>
              <a:t>Consideración de valores atípicos y valores faltantes, así como suavizado de datos para identificar posibles modelos.</a:t>
            </a:r>
          </a:p>
        </p:txBody>
      </p:sp>
      <p:sp>
        <p:nvSpPr>
          <p:cNvPr id="703" name="Google Shape;703;p36"/>
          <p:cNvSpPr txBox="1">
            <a:spLocks noGrp="1"/>
          </p:cNvSpPr>
          <p:nvPr>
            <p:ph type="subTitle" idx="4294967295"/>
          </p:nvPr>
        </p:nvSpPr>
        <p:spPr>
          <a:xfrm>
            <a:off x="6897400" y="3779475"/>
            <a:ext cx="1532400" cy="7839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 dirty="0">
                <a:solidFill>
                  <a:srgbClr val="F3F3F3"/>
                </a:solidFill>
              </a:rPr>
              <a:t>Busqueda de correlación de los datos.</a:t>
            </a:r>
            <a:endParaRPr sz="1400" dirty="0">
              <a:solidFill>
                <a:srgbClr val="F3F3F3"/>
              </a:solidFill>
            </a:endParaRPr>
          </a:p>
        </p:txBody>
      </p:sp>
      <p:sp>
        <p:nvSpPr>
          <p:cNvPr id="704" name="Google Shape;704;p36"/>
          <p:cNvSpPr txBox="1">
            <a:spLocks noGrp="1"/>
          </p:cNvSpPr>
          <p:nvPr>
            <p:ph type="subTitle" idx="4294967295"/>
          </p:nvPr>
        </p:nvSpPr>
        <p:spPr>
          <a:xfrm>
            <a:off x="4858350" y="1421791"/>
            <a:ext cx="2574321" cy="987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400" dirty="0"/>
              <a:t>Representación gráfica de datos para identificar patrones y tendencias.</a:t>
            </a:r>
          </a:p>
        </p:txBody>
      </p:sp>
      <p:sp>
        <p:nvSpPr>
          <p:cNvPr id="705" name="Google Shape;705;p36"/>
          <p:cNvSpPr txBox="1">
            <a:spLocks noGrp="1"/>
          </p:cNvSpPr>
          <p:nvPr>
            <p:ph type="subTitle" idx="4294967295"/>
          </p:nvPr>
        </p:nvSpPr>
        <p:spPr>
          <a:xfrm>
            <a:off x="1954923" y="2013705"/>
            <a:ext cx="2096586" cy="371400"/>
          </a:xfrm>
          <a:prstGeom prst="rect">
            <a:avLst/>
          </a:prstGeom>
        </p:spPr>
        <p:txBody>
          <a:bodyPr spcFirstLastPara="1" wrap="square" lIns="91425" tIns="255600" rIns="91425" bIns="0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800" b="1" dirty="0">
                <a:latin typeface="Rajdhani"/>
                <a:ea typeface="Rajdhani"/>
                <a:cs typeface="Rajdhani"/>
                <a:sym typeface="Rajdhani"/>
              </a:rPr>
              <a:t>PRE-PROCESAMIENTO</a:t>
            </a:r>
          </a:p>
        </p:txBody>
      </p:sp>
      <p:sp>
        <p:nvSpPr>
          <p:cNvPr id="706" name="Google Shape;706;p36"/>
          <p:cNvSpPr txBox="1">
            <a:spLocks noGrp="1"/>
          </p:cNvSpPr>
          <p:nvPr>
            <p:ph type="subTitle" idx="4294967295"/>
          </p:nvPr>
        </p:nvSpPr>
        <p:spPr>
          <a:xfrm>
            <a:off x="5288600" y="2125814"/>
            <a:ext cx="1658400" cy="371400"/>
          </a:xfrm>
          <a:prstGeom prst="rect">
            <a:avLst/>
          </a:prstGeom>
        </p:spPr>
        <p:txBody>
          <a:bodyPr spcFirstLastPara="1" wrap="square" lIns="91425" tIns="255600" rIns="91425" bIns="0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800" b="1" dirty="0">
                <a:latin typeface="Rajdhani"/>
                <a:ea typeface="Rajdhani"/>
                <a:cs typeface="Rajdhani"/>
                <a:sym typeface="Rajdhani"/>
              </a:rPr>
              <a:t>VISUALIZACIÓN</a:t>
            </a:r>
          </a:p>
        </p:txBody>
      </p:sp>
      <p:sp>
        <p:nvSpPr>
          <p:cNvPr id="707" name="Google Shape;707;p36"/>
          <p:cNvSpPr txBox="1">
            <a:spLocks noGrp="1"/>
          </p:cNvSpPr>
          <p:nvPr>
            <p:ph type="subTitle" idx="4294967295"/>
          </p:nvPr>
        </p:nvSpPr>
        <p:spPr>
          <a:xfrm>
            <a:off x="325821" y="3283565"/>
            <a:ext cx="2378346" cy="371400"/>
          </a:xfrm>
          <a:prstGeom prst="rect">
            <a:avLst/>
          </a:prstGeom>
        </p:spPr>
        <p:txBody>
          <a:bodyPr spcFirstLastPara="1" wrap="square" lIns="91425" tIns="25560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latin typeface="Rajdhani"/>
                <a:ea typeface="Rajdhani"/>
                <a:cs typeface="Rajdhani"/>
                <a:sym typeface="Rajdhani"/>
              </a:rPr>
              <a:t>EXTRACCIÓN DE DATOS</a:t>
            </a:r>
            <a:endParaRPr sz="1800" b="1" dirty="0">
              <a:solidFill>
                <a:srgbClr val="F3F3F3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708" name="Google Shape;708;p36"/>
          <p:cNvSpPr txBox="1">
            <a:spLocks noGrp="1"/>
          </p:cNvSpPr>
          <p:nvPr>
            <p:ph type="subTitle" idx="4294967295"/>
          </p:nvPr>
        </p:nvSpPr>
        <p:spPr>
          <a:xfrm>
            <a:off x="6834400" y="3401014"/>
            <a:ext cx="1658400" cy="371400"/>
          </a:xfrm>
          <a:prstGeom prst="rect">
            <a:avLst/>
          </a:prstGeom>
        </p:spPr>
        <p:txBody>
          <a:bodyPr spcFirstLastPara="1" wrap="square" lIns="91425" tIns="25560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latin typeface="Rajdhani"/>
                <a:ea typeface="Rajdhani"/>
                <a:cs typeface="Rajdhani"/>
                <a:sym typeface="Rajdhani"/>
              </a:rPr>
              <a:t>CORRELACIÓN</a:t>
            </a:r>
            <a:endParaRPr sz="1800" b="1" dirty="0">
              <a:solidFill>
                <a:srgbClr val="F3F3F3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709" name="Google Shape;709;p36"/>
          <p:cNvSpPr txBox="1">
            <a:spLocks noGrp="1"/>
          </p:cNvSpPr>
          <p:nvPr>
            <p:ph type="subTitle" idx="4294967295"/>
          </p:nvPr>
        </p:nvSpPr>
        <p:spPr>
          <a:xfrm>
            <a:off x="3394842" y="3348462"/>
            <a:ext cx="2280745" cy="371400"/>
          </a:xfrm>
          <a:prstGeom prst="rect">
            <a:avLst/>
          </a:prstGeom>
        </p:spPr>
        <p:txBody>
          <a:bodyPr spcFirstLastPara="1" wrap="square" lIns="91425" tIns="255600" rIns="91425" bIns="0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800" b="1" dirty="0">
                <a:latin typeface="Rajdhani"/>
                <a:ea typeface="Rajdhani"/>
                <a:cs typeface="Rajdhani"/>
                <a:sym typeface="Rajdhani"/>
              </a:rPr>
              <a:t>Resumen o Extracción de Características</a:t>
            </a:r>
          </a:p>
        </p:txBody>
      </p:sp>
      <p:sp>
        <p:nvSpPr>
          <p:cNvPr id="710" name="Google Shape;710;p36"/>
          <p:cNvSpPr/>
          <p:nvPr/>
        </p:nvSpPr>
        <p:spPr>
          <a:xfrm>
            <a:off x="1194250" y="2676375"/>
            <a:ext cx="572700" cy="572700"/>
          </a:xfrm>
          <a:prstGeom prst="ellipse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1" name="Google Shape;711;p36"/>
          <p:cNvSpPr/>
          <p:nvPr/>
        </p:nvSpPr>
        <p:spPr>
          <a:xfrm>
            <a:off x="2739950" y="2676375"/>
            <a:ext cx="572700" cy="572700"/>
          </a:xfrm>
          <a:prstGeom prst="ellipse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2" name="Google Shape;712;p36"/>
          <p:cNvSpPr/>
          <p:nvPr/>
        </p:nvSpPr>
        <p:spPr>
          <a:xfrm>
            <a:off x="4285650" y="2676375"/>
            <a:ext cx="572700" cy="572700"/>
          </a:xfrm>
          <a:prstGeom prst="ellipse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3" name="Google Shape;713;p36"/>
          <p:cNvSpPr/>
          <p:nvPr/>
        </p:nvSpPr>
        <p:spPr>
          <a:xfrm>
            <a:off x="5831350" y="2676375"/>
            <a:ext cx="572700" cy="572700"/>
          </a:xfrm>
          <a:prstGeom prst="ellipse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4" name="Google Shape;714;p36"/>
          <p:cNvSpPr/>
          <p:nvPr/>
        </p:nvSpPr>
        <p:spPr>
          <a:xfrm>
            <a:off x="7377050" y="2676375"/>
            <a:ext cx="572700" cy="572700"/>
          </a:xfrm>
          <a:prstGeom prst="ellipse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715" name="Google Shape;715;p36"/>
          <p:cNvCxnSpPr>
            <a:stCxn id="710" idx="6"/>
            <a:endCxn id="711" idx="2"/>
          </p:cNvCxnSpPr>
          <p:nvPr/>
        </p:nvCxnSpPr>
        <p:spPr>
          <a:xfrm>
            <a:off x="1766950" y="2962725"/>
            <a:ext cx="972900" cy="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6" name="Google Shape;716;p36"/>
          <p:cNvCxnSpPr>
            <a:stCxn id="711" idx="6"/>
            <a:endCxn id="712" idx="2"/>
          </p:cNvCxnSpPr>
          <p:nvPr/>
        </p:nvCxnSpPr>
        <p:spPr>
          <a:xfrm>
            <a:off x="3312650" y="2962725"/>
            <a:ext cx="972900" cy="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7" name="Google Shape;717;p36"/>
          <p:cNvCxnSpPr>
            <a:stCxn id="712" idx="6"/>
            <a:endCxn id="713" idx="2"/>
          </p:cNvCxnSpPr>
          <p:nvPr/>
        </p:nvCxnSpPr>
        <p:spPr>
          <a:xfrm>
            <a:off x="4858350" y="2962725"/>
            <a:ext cx="972900" cy="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8" name="Google Shape;718;p36"/>
          <p:cNvCxnSpPr>
            <a:stCxn id="713" idx="6"/>
            <a:endCxn id="714" idx="2"/>
          </p:cNvCxnSpPr>
          <p:nvPr/>
        </p:nvCxnSpPr>
        <p:spPr>
          <a:xfrm>
            <a:off x="6404050" y="2962725"/>
            <a:ext cx="972900" cy="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" name="Google Shape;719;p36"/>
          <p:cNvGrpSpPr/>
          <p:nvPr/>
        </p:nvGrpSpPr>
        <p:grpSpPr>
          <a:xfrm>
            <a:off x="1332734" y="2826965"/>
            <a:ext cx="288452" cy="275353"/>
            <a:chOff x="4126815" y="2760704"/>
            <a:chExt cx="380393" cy="363118"/>
          </a:xfrm>
        </p:grpSpPr>
        <p:sp>
          <p:nvSpPr>
            <p:cNvPr id="720" name="Google Shape;720;p36"/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1" name="Google Shape;721;p36"/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2" name="Google Shape;722;p36"/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" name="Google Shape;723;p36"/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" name="Google Shape;724;p36"/>
          <p:cNvGrpSpPr/>
          <p:nvPr/>
        </p:nvGrpSpPr>
        <p:grpSpPr>
          <a:xfrm>
            <a:off x="2885622" y="2824148"/>
            <a:ext cx="281276" cy="280987"/>
            <a:chOff x="2497275" y="2744159"/>
            <a:chExt cx="370930" cy="370549"/>
          </a:xfrm>
        </p:grpSpPr>
        <p:sp>
          <p:nvSpPr>
            <p:cNvPr id="725" name="Google Shape;725;p36"/>
            <p:cNvSpPr/>
            <p:nvPr/>
          </p:nvSpPr>
          <p:spPr>
            <a:xfrm>
              <a:off x="2497275" y="2744159"/>
              <a:ext cx="284366" cy="284747"/>
            </a:xfrm>
            <a:custGeom>
              <a:avLst/>
              <a:gdLst/>
              <a:ahLst/>
              <a:cxnLst/>
              <a:rect l="l" t="t" r="r" b="b"/>
              <a:pathLst>
                <a:path w="8955" h="8967" extrusionOk="0">
                  <a:moveTo>
                    <a:pt x="4204" y="1"/>
                  </a:moveTo>
                  <a:cubicBezTo>
                    <a:pt x="3942" y="1"/>
                    <a:pt x="3704" y="203"/>
                    <a:pt x="3644" y="465"/>
                  </a:cubicBezTo>
                  <a:lnTo>
                    <a:pt x="3466" y="1334"/>
                  </a:lnTo>
                  <a:cubicBezTo>
                    <a:pt x="3287" y="1394"/>
                    <a:pt x="3108" y="1465"/>
                    <a:pt x="2942" y="1537"/>
                  </a:cubicBezTo>
                  <a:lnTo>
                    <a:pt x="2215" y="1048"/>
                  </a:lnTo>
                  <a:cubicBezTo>
                    <a:pt x="2120" y="983"/>
                    <a:pt x="2009" y="952"/>
                    <a:pt x="1899" y="952"/>
                  </a:cubicBezTo>
                  <a:cubicBezTo>
                    <a:pt x="1749" y="952"/>
                    <a:pt x="1599" y="1010"/>
                    <a:pt x="1489" y="1120"/>
                  </a:cubicBezTo>
                  <a:lnTo>
                    <a:pt x="1108" y="1489"/>
                  </a:lnTo>
                  <a:cubicBezTo>
                    <a:pt x="918" y="1691"/>
                    <a:pt x="894" y="1989"/>
                    <a:pt x="1037" y="2227"/>
                  </a:cubicBezTo>
                  <a:lnTo>
                    <a:pt x="1525" y="2953"/>
                  </a:lnTo>
                  <a:cubicBezTo>
                    <a:pt x="1441" y="3120"/>
                    <a:pt x="1370" y="3287"/>
                    <a:pt x="1322" y="3465"/>
                  </a:cubicBezTo>
                  <a:lnTo>
                    <a:pt x="453" y="3644"/>
                  </a:lnTo>
                  <a:cubicBezTo>
                    <a:pt x="191" y="3703"/>
                    <a:pt x="1" y="3930"/>
                    <a:pt x="1" y="4215"/>
                  </a:cubicBezTo>
                  <a:lnTo>
                    <a:pt x="1" y="4751"/>
                  </a:lnTo>
                  <a:cubicBezTo>
                    <a:pt x="1" y="5025"/>
                    <a:pt x="191" y="5251"/>
                    <a:pt x="453" y="5323"/>
                  </a:cubicBezTo>
                  <a:lnTo>
                    <a:pt x="1322" y="5501"/>
                  </a:lnTo>
                  <a:cubicBezTo>
                    <a:pt x="1382" y="5668"/>
                    <a:pt x="1453" y="5847"/>
                    <a:pt x="1525" y="6013"/>
                  </a:cubicBezTo>
                  <a:lnTo>
                    <a:pt x="1037" y="6740"/>
                  </a:lnTo>
                  <a:cubicBezTo>
                    <a:pt x="894" y="6966"/>
                    <a:pt x="918" y="7287"/>
                    <a:pt x="1108" y="7478"/>
                  </a:cubicBezTo>
                  <a:lnTo>
                    <a:pt x="1489" y="7847"/>
                  </a:lnTo>
                  <a:cubicBezTo>
                    <a:pt x="1599" y="7957"/>
                    <a:pt x="1745" y="8015"/>
                    <a:pt x="1894" y="8015"/>
                  </a:cubicBezTo>
                  <a:cubicBezTo>
                    <a:pt x="2003" y="8015"/>
                    <a:pt x="2115" y="7984"/>
                    <a:pt x="2215" y="7918"/>
                  </a:cubicBezTo>
                  <a:lnTo>
                    <a:pt x="2942" y="7430"/>
                  </a:lnTo>
                  <a:cubicBezTo>
                    <a:pt x="3108" y="7513"/>
                    <a:pt x="3287" y="7597"/>
                    <a:pt x="3466" y="7633"/>
                  </a:cubicBezTo>
                  <a:lnTo>
                    <a:pt x="3644" y="8502"/>
                  </a:lnTo>
                  <a:cubicBezTo>
                    <a:pt x="3704" y="8764"/>
                    <a:pt x="3930" y="8966"/>
                    <a:pt x="4204" y="8966"/>
                  </a:cubicBezTo>
                  <a:lnTo>
                    <a:pt x="4740" y="8966"/>
                  </a:lnTo>
                  <a:cubicBezTo>
                    <a:pt x="5013" y="8966"/>
                    <a:pt x="5251" y="8764"/>
                    <a:pt x="5311" y="8502"/>
                  </a:cubicBezTo>
                  <a:lnTo>
                    <a:pt x="5490" y="7633"/>
                  </a:lnTo>
                  <a:cubicBezTo>
                    <a:pt x="5621" y="7597"/>
                    <a:pt x="5775" y="7537"/>
                    <a:pt x="5906" y="7478"/>
                  </a:cubicBezTo>
                  <a:cubicBezTo>
                    <a:pt x="6002" y="7442"/>
                    <a:pt x="6037" y="7323"/>
                    <a:pt x="6002" y="7240"/>
                  </a:cubicBezTo>
                  <a:cubicBezTo>
                    <a:pt x="5966" y="7169"/>
                    <a:pt x="5898" y="7131"/>
                    <a:pt x="5831" y="7131"/>
                  </a:cubicBezTo>
                  <a:cubicBezTo>
                    <a:pt x="5808" y="7131"/>
                    <a:pt x="5785" y="7135"/>
                    <a:pt x="5763" y="7144"/>
                  </a:cubicBezTo>
                  <a:cubicBezTo>
                    <a:pt x="5609" y="7228"/>
                    <a:pt x="5466" y="7287"/>
                    <a:pt x="5299" y="7323"/>
                  </a:cubicBezTo>
                  <a:cubicBezTo>
                    <a:pt x="5240" y="7347"/>
                    <a:pt x="5180" y="7406"/>
                    <a:pt x="5168" y="7454"/>
                  </a:cubicBezTo>
                  <a:lnTo>
                    <a:pt x="4966" y="8430"/>
                  </a:lnTo>
                  <a:cubicBezTo>
                    <a:pt x="4954" y="8514"/>
                    <a:pt x="4870" y="8597"/>
                    <a:pt x="4763" y="8597"/>
                  </a:cubicBezTo>
                  <a:lnTo>
                    <a:pt x="4228" y="8597"/>
                  </a:lnTo>
                  <a:cubicBezTo>
                    <a:pt x="4120" y="8597"/>
                    <a:pt x="4049" y="8514"/>
                    <a:pt x="4013" y="8430"/>
                  </a:cubicBezTo>
                  <a:lnTo>
                    <a:pt x="3823" y="7454"/>
                  </a:lnTo>
                  <a:cubicBezTo>
                    <a:pt x="3811" y="7383"/>
                    <a:pt x="3763" y="7335"/>
                    <a:pt x="3692" y="7323"/>
                  </a:cubicBezTo>
                  <a:cubicBezTo>
                    <a:pt x="3466" y="7263"/>
                    <a:pt x="3239" y="7180"/>
                    <a:pt x="3049" y="7061"/>
                  </a:cubicBezTo>
                  <a:cubicBezTo>
                    <a:pt x="3019" y="7043"/>
                    <a:pt x="2986" y="7034"/>
                    <a:pt x="2954" y="7034"/>
                  </a:cubicBezTo>
                  <a:cubicBezTo>
                    <a:pt x="2921" y="7034"/>
                    <a:pt x="2888" y="7043"/>
                    <a:pt x="2858" y="7061"/>
                  </a:cubicBezTo>
                  <a:lnTo>
                    <a:pt x="2037" y="7609"/>
                  </a:lnTo>
                  <a:cubicBezTo>
                    <a:pt x="2006" y="7634"/>
                    <a:pt x="1966" y="7647"/>
                    <a:pt x="1926" y="7647"/>
                  </a:cubicBezTo>
                  <a:cubicBezTo>
                    <a:pt x="1874" y="7647"/>
                    <a:pt x="1821" y="7625"/>
                    <a:pt x="1787" y="7585"/>
                  </a:cubicBezTo>
                  <a:lnTo>
                    <a:pt x="1418" y="7204"/>
                  </a:lnTo>
                  <a:cubicBezTo>
                    <a:pt x="1334" y="7132"/>
                    <a:pt x="1334" y="7025"/>
                    <a:pt x="1382" y="6954"/>
                  </a:cubicBezTo>
                  <a:lnTo>
                    <a:pt x="1930" y="6132"/>
                  </a:lnTo>
                  <a:cubicBezTo>
                    <a:pt x="1977" y="6073"/>
                    <a:pt x="1977" y="6001"/>
                    <a:pt x="1930" y="5942"/>
                  </a:cubicBezTo>
                  <a:cubicBezTo>
                    <a:pt x="1811" y="5739"/>
                    <a:pt x="1727" y="5525"/>
                    <a:pt x="1668" y="5299"/>
                  </a:cubicBezTo>
                  <a:cubicBezTo>
                    <a:pt x="1656" y="5239"/>
                    <a:pt x="1596" y="5180"/>
                    <a:pt x="1537" y="5168"/>
                  </a:cubicBezTo>
                  <a:lnTo>
                    <a:pt x="560" y="4977"/>
                  </a:lnTo>
                  <a:cubicBezTo>
                    <a:pt x="477" y="4954"/>
                    <a:pt x="406" y="4870"/>
                    <a:pt x="406" y="4763"/>
                  </a:cubicBezTo>
                  <a:lnTo>
                    <a:pt x="406" y="4227"/>
                  </a:lnTo>
                  <a:cubicBezTo>
                    <a:pt x="406" y="4132"/>
                    <a:pt x="477" y="4049"/>
                    <a:pt x="560" y="4025"/>
                  </a:cubicBezTo>
                  <a:lnTo>
                    <a:pt x="1537" y="3834"/>
                  </a:lnTo>
                  <a:cubicBezTo>
                    <a:pt x="1608" y="3811"/>
                    <a:pt x="1656" y="3775"/>
                    <a:pt x="1668" y="3692"/>
                  </a:cubicBezTo>
                  <a:cubicBezTo>
                    <a:pt x="1727" y="3477"/>
                    <a:pt x="1811" y="3251"/>
                    <a:pt x="1930" y="3061"/>
                  </a:cubicBezTo>
                  <a:cubicBezTo>
                    <a:pt x="1965" y="3001"/>
                    <a:pt x="1965" y="2918"/>
                    <a:pt x="1930" y="2858"/>
                  </a:cubicBezTo>
                  <a:lnTo>
                    <a:pt x="1382" y="2049"/>
                  </a:lnTo>
                  <a:cubicBezTo>
                    <a:pt x="1322" y="1965"/>
                    <a:pt x="1334" y="1846"/>
                    <a:pt x="1418" y="1787"/>
                  </a:cubicBezTo>
                  <a:lnTo>
                    <a:pt x="1787" y="1417"/>
                  </a:lnTo>
                  <a:cubicBezTo>
                    <a:pt x="1826" y="1378"/>
                    <a:pt x="1876" y="1360"/>
                    <a:pt x="1925" y="1360"/>
                  </a:cubicBezTo>
                  <a:cubicBezTo>
                    <a:pt x="1965" y="1360"/>
                    <a:pt x="2005" y="1372"/>
                    <a:pt x="2037" y="1394"/>
                  </a:cubicBezTo>
                  <a:lnTo>
                    <a:pt x="2858" y="1941"/>
                  </a:lnTo>
                  <a:cubicBezTo>
                    <a:pt x="2888" y="1965"/>
                    <a:pt x="2921" y="1977"/>
                    <a:pt x="2954" y="1977"/>
                  </a:cubicBezTo>
                  <a:cubicBezTo>
                    <a:pt x="2986" y="1977"/>
                    <a:pt x="3019" y="1965"/>
                    <a:pt x="3049" y="1941"/>
                  </a:cubicBezTo>
                  <a:cubicBezTo>
                    <a:pt x="3263" y="1822"/>
                    <a:pt x="3466" y="1727"/>
                    <a:pt x="3692" y="1668"/>
                  </a:cubicBezTo>
                  <a:cubicBezTo>
                    <a:pt x="3751" y="1656"/>
                    <a:pt x="3811" y="1596"/>
                    <a:pt x="3823" y="1537"/>
                  </a:cubicBezTo>
                  <a:lnTo>
                    <a:pt x="4013" y="572"/>
                  </a:lnTo>
                  <a:cubicBezTo>
                    <a:pt x="4037" y="477"/>
                    <a:pt x="4120" y="405"/>
                    <a:pt x="4228" y="405"/>
                  </a:cubicBezTo>
                  <a:lnTo>
                    <a:pt x="4763" y="405"/>
                  </a:lnTo>
                  <a:cubicBezTo>
                    <a:pt x="4870" y="405"/>
                    <a:pt x="4942" y="477"/>
                    <a:pt x="4966" y="572"/>
                  </a:cubicBezTo>
                  <a:lnTo>
                    <a:pt x="5168" y="1537"/>
                  </a:lnTo>
                  <a:cubicBezTo>
                    <a:pt x="5180" y="1608"/>
                    <a:pt x="5216" y="1656"/>
                    <a:pt x="5299" y="1668"/>
                  </a:cubicBezTo>
                  <a:cubicBezTo>
                    <a:pt x="5513" y="1727"/>
                    <a:pt x="5740" y="1822"/>
                    <a:pt x="5930" y="1941"/>
                  </a:cubicBezTo>
                  <a:cubicBezTo>
                    <a:pt x="5960" y="1953"/>
                    <a:pt x="5996" y="1959"/>
                    <a:pt x="6031" y="1959"/>
                  </a:cubicBezTo>
                  <a:cubicBezTo>
                    <a:pt x="6067" y="1959"/>
                    <a:pt x="6103" y="1953"/>
                    <a:pt x="6133" y="1941"/>
                  </a:cubicBezTo>
                  <a:lnTo>
                    <a:pt x="6942" y="1394"/>
                  </a:lnTo>
                  <a:cubicBezTo>
                    <a:pt x="6978" y="1368"/>
                    <a:pt x="7021" y="1356"/>
                    <a:pt x="7063" y="1356"/>
                  </a:cubicBezTo>
                  <a:cubicBezTo>
                    <a:pt x="7117" y="1356"/>
                    <a:pt x="7170" y="1377"/>
                    <a:pt x="7204" y="1417"/>
                  </a:cubicBezTo>
                  <a:lnTo>
                    <a:pt x="7573" y="1787"/>
                  </a:lnTo>
                  <a:cubicBezTo>
                    <a:pt x="7645" y="1870"/>
                    <a:pt x="7645" y="1965"/>
                    <a:pt x="7597" y="2049"/>
                  </a:cubicBezTo>
                  <a:lnTo>
                    <a:pt x="7049" y="2858"/>
                  </a:lnTo>
                  <a:cubicBezTo>
                    <a:pt x="7002" y="2918"/>
                    <a:pt x="7002" y="2989"/>
                    <a:pt x="7049" y="3061"/>
                  </a:cubicBezTo>
                  <a:cubicBezTo>
                    <a:pt x="7168" y="3263"/>
                    <a:pt x="7264" y="3477"/>
                    <a:pt x="7323" y="3692"/>
                  </a:cubicBezTo>
                  <a:cubicBezTo>
                    <a:pt x="7335" y="3751"/>
                    <a:pt x="7395" y="3811"/>
                    <a:pt x="7454" y="3834"/>
                  </a:cubicBezTo>
                  <a:lnTo>
                    <a:pt x="8419" y="4025"/>
                  </a:lnTo>
                  <a:cubicBezTo>
                    <a:pt x="8514" y="4037"/>
                    <a:pt x="8585" y="4132"/>
                    <a:pt x="8585" y="4227"/>
                  </a:cubicBezTo>
                  <a:lnTo>
                    <a:pt x="8585" y="4763"/>
                  </a:lnTo>
                  <a:cubicBezTo>
                    <a:pt x="8585" y="4870"/>
                    <a:pt x="8514" y="4942"/>
                    <a:pt x="8419" y="4977"/>
                  </a:cubicBezTo>
                  <a:lnTo>
                    <a:pt x="7454" y="5168"/>
                  </a:lnTo>
                  <a:cubicBezTo>
                    <a:pt x="7383" y="5180"/>
                    <a:pt x="7335" y="5227"/>
                    <a:pt x="7323" y="5299"/>
                  </a:cubicBezTo>
                  <a:cubicBezTo>
                    <a:pt x="7276" y="5466"/>
                    <a:pt x="7216" y="5632"/>
                    <a:pt x="7145" y="5775"/>
                  </a:cubicBezTo>
                  <a:cubicBezTo>
                    <a:pt x="7097" y="5870"/>
                    <a:pt x="7145" y="5966"/>
                    <a:pt x="7228" y="6013"/>
                  </a:cubicBezTo>
                  <a:cubicBezTo>
                    <a:pt x="7254" y="6026"/>
                    <a:pt x="7280" y="6032"/>
                    <a:pt x="7305" y="6032"/>
                  </a:cubicBezTo>
                  <a:cubicBezTo>
                    <a:pt x="7372" y="6032"/>
                    <a:pt x="7431" y="5991"/>
                    <a:pt x="7466" y="5930"/>
                  </a:cubicBezTo>
                  <a:cubicBezTo>
                    <a:pt x="7526" y="5799"/>
                    <a:pt x="7585" y="5644"/>
                    <a:pt x="7633" y="5501"/>
                  </a:cubicBezTo>
                  <a:lnTo>
                    <a:pt x="8490" y="5323"/>
                  </a:lnTo>
                  <a:cubicBezTo>
                    <a:pt x="8764" y="5263"/>
                    <a:pt x="8954" y="5037"/>
                    <a:pt x="8954" y="4751"/>
                  </a:cubicBezTo>
                  <a:lnTo>
                    <a:pt x="8954" y="4215"/>
                  </a:lnTo>
                  <a:cubicBezTo>
                    <a:pt x="8954" y="3942"/>
                    <a:pt x="8764" y="3715"/>
                    <a:pt x="8490" y="3644"/>
                  </a:cubicBezTo>
                  <a:lnTo>
                    <a:pt x="7633" y="3465"/>
                  </a:lnTo>
                  <a:cubicBezTo>
                    <a:pt x="7573" y="3287"/>
                    <a:pt x="7502" y="3120"/>
                    <a:pt x="7418" y="2953"/>
                  </a:cubicBezTo>
                  <a:lnTo>
                    <a:pt x="7918" y="2227"/>
                  </a:lnTo>
                  <a:cubicBezTo>
                    <a:pt x="8061" y="2001"/>
                    <a:pt x="8038" y="1679"/>
                    <a:pt x="7835" y="1489"/>
                  </a:cubicBezTo>
                  <a:lnTo>
                    <a:pt x="7466" y="1120"/>
                  </a:lnTo>
                  <a:cubicBezTo>
                    <a:pt x="7356" y="1010"/>
                    <a:pt x="7211" y="952"/>
                    <a:pt x="7061" y="952"/>
                  </a:cubicBezTo>
                  <a:cubicBezTo>
                    <a:pt x="6952" y="952"/>
                    <a:pt x="6840" y="983"/>
                    <a:pt x="6740" y="1048"/>
                  </a:cubicBezTo>
                  <a:lnTo>
                    <a:pt x="6013" y="1537"/>
                  </a:lnTo>
                  <a:cubicBezTo>
                    <a:pt x="5847" y="1453"/>
                    <a:pt x="5668" y="1370"/>
                    <a:pt x="5490" y="1334"/>
                  </a:cubicBezTo>
                  <a:lnTo>
                    <a:pt x="5311" y="465"/>
                  </a:lnTo>
                  <a:cubicBezTo>
                    <a:pt x="5251" y="203"/>
                    <a:pt x="5025" y="1"/>
                    <a:pt x="474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2592191" y="2821673"/>
              <a:ext cx="113461" cy="98345"/>
            </a:xfrm>
            <a:custGeom>
              <a:avLst/>
              <a:gdLst/>
              <a:ahLst/>
              <a:cxnLst/>
              <a:rect l="l" t="t" r="r" b="b"/>
              <a:pathLst>
                <a:path w="3573" h="3097" extrusionOk="0">
                  <a:moveTo>
                    <a:pt x="1524" y="0"/>
                  </a:moveTo>
                  <a:cubicBezTo>
                    <a:pt x="989" y="0"/>
                    <a:pt x="465" y="215"/>
                    <a:pt x="72" y="584"/>
                  </a:cubicBezTo>
                  <a:cubicBezTo>
                    <a:pt x="0" y="655"/>
                    <a:pt x="0" y="774"/>
                    <a:pt x="72" y="834"/>
                  </a:cubicBezTo>
                  <a:cubicBezTo>
                    <a:pt x="113" y="876"/>
                    <a:pt x="164" y="896"/>
                    <a:pt x="212" y="896"/>
                  </a:cubicBezTo>
                  <a:cubicBezTo>
                    <a:pt x="259" y="896"/>
                    <a:pt x="304" y="876"/>
                    <a:pt x="334" y="834"/>
                  </a:cubicBezTo>
                  <a:cubicBezTo>
                    <a:pt x="643" y="524"/>
                    <a:pt x="1072" y="358"/>
                    <a:pt x="1500" y="358"/>
                  </a:cubicBezTo>
                  <a:cubicBezTo>
                    <a:pt x="2441" y="358"/>
                    <a:pt x="3203" y="1120"/>
                    <a:pt x="3203" y="2060"/>
                  </a:cubicBezTo>
                  <a:cubicBezTo>
                    <a:pt x="3203" y="2322"/>
                    <a:pt x="3144" y="2596"/>
                    <a:pt x="3024" y="2834"/>
                  </a:cubicBezTo>
                  <a:cubicBezTo>
                    <a:pt x="2965" y="2941"/>
                    <a:pt x="3013" y="3037"/>
                    <a:pt x="3096" y="3084"/>
                  </a:cubicBezTo>
                  <a:cubicBezTo>
                    <a:pt x="3132" y="3096"/>
                    <a:pt x="3155" y="3096"/>
                    <a:pt x="3191" y="3096"/>
                  </a:cubicBezTo>
                  <a:cubicBezTo>
                    <a:pt x="3251" y="3096"/>
                    <a:pt x="3322" y="3072"/>
                    <a:pt x="3346" y="3001"/>
                  </a:cubicBezTo>
                  <a:cubicBezTo>
                    <a:pt x="3501" y="2715"/>
                    <a:pt x="3572" y="2382"/>
                    <a:pt x="3572" y="2060"/>
                  </a:cubicBezTo>
                  <a:cubicBezTo>
                    <a:pt x="3572" y="929"/>
                    <a:pt x="2655" y="0"/>
                    <a:pt x="1524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2574408" y="2862129"/>
              <a:ext cx="106665" cy="90756"/>
            </a:xfrm>
            <a:custGeom>
              <a:avLst/>
              <a:gdLst/>
              <a:ahLst/>
              <a:cxnLst/>
              <a:rect l="l" t="t" r="r" b="b"/>
              <a:pathLst>
                <a:path w="3359" h="2858" extrusionOk="0">
                  <a:moveTo>
                    <a:pt x="294" y="1"/>
                  </a:moveTo>
                  <a:cubicBezTo>
                    <a:pt x="218" y="1"/>
                    <a:pt x="145" y="48"/>
                    <a:pt x="108" y="131"/>
                  </a:cubicBezTo>
                  <a:cubicBezTo>
                    <a:pt x="36" y="334"/>
                    <a:pt x="1" y="572"/>
                    <a:pt x="1" y="798"/>
                  </a:cubicBezTo>
                  <a:cubicBezTo>
                    <a:pt x="1" y="1929"/>
                    <a:pt x="917" y="2858"/>
                    <a:pt x="2049" y="2858"/>
                  </a:cubicBezTo>
                  <a:cubicBezTo>
                    <a:pt x="2477" y="2858"/>
                    <a:pt x="2894" y="2715"/>
                    <a:pt x="3251" y="2465"/>
                  </a:cubicBezTo>
                  <a:cubicBezTo>
                    <a:pt x="3346" y="2405"/>
                    <a:pt x="3358" y="2286"/>
                    <a:pt x="3299" y="2215"/>
                  </a:cubicBezTo>
                  <a:cubicBezTo>
                    <a:pt x="3263" y="2158"/>
                    <a:pt x="3206" y="2131"/>
                    <a:pt x="3151" y="2131"/>
                  </a:cubicBezTo>
                  <a:cubicBezTo>
                    <a:pt x="3114" y="2131"/>
                    <a:pt x="3077" y="2143"/>
                    <a:pt x="3049" y="2167"/>
                  </a:cubicBezTo>
                  <a:cubicBezTo>
                    <a:pt x="2763" y="2382"/>
                    <a:pt x="2406" y="2501"/>
                    <a:pt x="2049" y="2501"/>
                  </a:cubicBezTo>
                  <a:cubicBezTo>
                    <a:pt x="1108" y="2501"/>
                    <a:pt x="346" y="1739"/>
                    <a:pt x="346" y="798"/>
                  </a:cubicBezTo>
                  <a:cubicBezTo>
                    <a:pt x="346" y="608"/>
                    <a:pt x="382" y="429"/>
                    <a:pt x="441" y="250"/>
                  </a:cubicBezTo>
                  <a:cubicBezTo>
                    <a:pt x="501" y="143"/>
                    <a:pt x="441" y="36"/>
                    <a:pt x="358" y="12"/>
                  </a:cubicBezTo>
                  <a:cubicBezTo>
                    <a:pt x="337" y="4"/>
                    <a:pt x="315" y="1"/>
                    <a:pt x="294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2676881" y="2923385"/>
              <a:ext cx="191324" cy="191324"/>
            </a:xfrm>
            <a:custGeom>
              <a:avLst/>
              <a:gdLst/>
              <a:ahLst/>
              <a:cxnLst/>
              <a:rect l="l" t="t" r="r" b="b"/>
              <a:pathLst>
                <a:path w="6025" h="6025" extrusionOk="0">
                  <a:moveTo>
                    <a:pt x="2810" y="0"/>
                  </a:moveTo>
                  <a:cubicBezTo>
                    <a:pt x="2608" y="0"/>
                    <a:pt x="2429" y="155"/>
                    <a:pt x="2382" y="357"/>
                  </a:cubicBezTo>
                  <a:lnTo>
                    <a:pt x="2274" y="893"/>
                  </a:lnTo>
                  <a:cubicBezTo>
                    <a:pt x="2191" y="929"/>
                    <a:pt x="2084" y="965"/>
                    <a:pt x="1989" y="1012"/>
                  </a:cubicBezTo>
                  <a:lnTo>
                    <a:pt x="1548" y="715"/>
                  </a:lnTo>
                  <a:cubicBezTo>
                    <a:pt x="1475" y="666"/>
                    <a:pt x="1393" y="643"/>
                    <a:pt x="1313" y="643"/>
                  </a:cubicBezTo>
                  <a:cubicBezTo>
                    <a:pt x="1198" y="643"/>
                    <a:pt x="1085" y="690"/>
                    <a:pt x="1000" y="774"/>
                  </a:cubicBezTo>
                  <a:lnTo>
                    <a:pt x="738" y="1024"/>
                  </a:lnTo>
                  <a:cubicBezTo>
                    <a:pt x="596" y="1179"/>
                    <a:pt x="572" y="1417"/>
                    <a:pt x="679" y="1584"/>
                  </a:cubicBezTo>
                  <a:lnTo>
                    <a:pt x="977" y="2024"/>
                  </a:lnTo>
                  <a:cubicBezTo>
                    <a:pt x="917" y="2143"/>
                    <a:pt x="858" y="2274"/>
                    <a:pt x="834" y="2417"/>
                  </a:cubicBezTo>
                  <a:cubicBezTo>
                    <a:pt x="798" y="2512"/>
                    <a:pt x="858" y="2608"/>
                    <a:pt x="965" y="2631"/>
                  </a:cubicBezTo>
                  <a:cubicBezTo>
                    <a:pt x="986" y="2639"/>
                    <a:pt x="1006" y="2642"/>
                    <a:pt x="1025" y="2642"/>
                  </a:cubicBezTo>
                  <a:cubicBezTo>
                    <a:pt x="1103" y="2642"/>
                    <a:pt x="1162" y="2587"/>
                    <a:pt x="1191" y="2501"/>
                  </a:cubicBezTo>
                  <a:cubicBezTo>
                    <a:pt x="1227" y="2358"/>
                    <a:pt x="1298" y="2215"/>
                    <a:pt x="1346" y="2096"/>
                  </a:cubicBezTo>
                  <a:cubicBezTo>
                    <a:pt x="1381" y="2036"/>
                    <a:pt x="1381" y="1965"/>
                    <a:pt x="1346" y="1905"/>
                  </a:cubicBezTo>
                  <a:lnTo>
                    <a:pt x="1000" y="1369"/>
                  </a:lnTo>
                  <a:cubicBezTo>
                    <a:pt x="977" y="1346"/>
                    <a:pt x="977" y="1310"/>
                    <a:pt x="1012" y="1286"/>
                  </a:cubicBezTo>
                  <a:lnTo>
                    <a:pt x="1262" y="1024"/>
                  </a:lnTo>
                  <a:cubicBezTo>
                    <a:pt x="1283" y="1010"/>
                    <a:pt x="1300" y="1004"/>
                    <a:pt x="1318" y="1004"/>
                  </a:cubicBezTo>
                  <a:cubicBezTo>
                    <a:pt x="1330" y="1004"/>
                    <a:pt x="1343" y="1007"/>
                    <a:pt x="1358" y="1012"/>
                  </a:cubicBezTo>
                  <a:lnTo>
                    <a:pt x="1893" y="1369"/>
                  </a:lnTo>
                  <a:cubicBezTo>
                    <a:pt x="1923" y="1393"/>
                    <a:pt x="1956" y="1405"/>
                    <a:pt x="1989" y="1405"/>
                  </a:cubicBezTo>
                  <a:cubicBezTo>
                    <a:pt x="2021" y="1405"/>
                    <a:pt x="2054" y="1393"/>
                    <a:pt x="2084" y="1369"/>
                  </a:cubicBezTo>
                  <a:cubicBezTo>
                    <a:pt x="2215" y="1298"/>
                    <a:pt x="2346" y="1238"/>
                    <a:pt x="2489" y="1203"/>
                  </a:cubicBezTo>
                  <a:cubicBezTo>
                    <a:pt x="2548" y="1191"/>
                    <a:pt x="2608" y="1131"/>
                    <a:pt x="2620" y="1072"/>
                  </a:cubicBezTo>
                  <a:lnTo>
                    <a:pt x="2751" y="429"/>
                  </a:lnTo>
                  <a:cubicBezTo>
                    <a:pt x="2751" y="405"/>
                    <a:pt x="2786" y="369"/>
                    <a:pt x="2822" y="369"/>
                  </a:cubicBezTo>
                  <a:lnTo>
                    <a:pt x="3167" y="369"/>
                  </a:lnTo>
                  <a:cubicBezTo>
                    <a:pt x="3203" y="369"/>
                    <a:pt x="3227" y="405"/>
                    <a:pt x="3239" y="429"/>
                  </a:cubicBezTo>
                  <a:lnTo>
                    <a:pt x="3382" y="1072"/>
                  </a:lnTo>
                  <a:cubicBezTo>
                    <a:pt x="3394" y="1143"/>
                    <a:pt x="3429" y="1191"/>
                    <a:pt x="3513" y="1203"/>
                  </a:cubicBezTo>
                  <a:cubicBezTo>
                    <a:pt x="3656" y="1250"/>
                    <a:pt x="3786" y="1310"/>
                    <a:pt x="3917" y="1369"/>
                  </a:cubicBezTo>
                  <a:cubicBezTo>
                    <a:pt x="3947" y="1387"/>
                    <a:pt x="3980" y="1396"/>
                    <a:pt x="4013" y="1396"/>
                  </a:cubicBezTo>
                  <a:cubicBezTo>
                    <a:pt x="4045" y="1396"/>
                    <a:pt x="4078" y="1387"/>
                    <a:pt x="4108" y="1369"/>
                  </a:cubicBezTo>
                  <a:lnTo>
                    <a:pt x="4644" y="1012"/>
                  </a:lnTo>
                  <a:cubicBezTo>
                    <a:pt x="4654" y="1007"/>
                    <a:pt x="4665" y="1004"/>
                    <a:pt x="4678" y="1004"/>
                  </a:cubicBezTo>
                  <a:cubicBezTo>
                    <a:pt x="4695" y="1004"/>
                    <a:pt x="4713" y="1010"/>
                    <a:pt x="4727" y="1024"/>
                  </a:cubicBezTo>
                  <a:lnTo>
                    <a:pt x="4989" y="1286"/>
                  </a:lnTo>
                  <a:cubicBezTo>
                    <a:pt x="5013" y="1310"/>
                    <a:pt x="5013" y="1346"/>
                    <a:pt x="5001" y="1369"/>
                  </a:cubicBezTo>
                  <a:lnTo>
                    <a:pt x="4644" y="1905"/>
                  </a:lnTo>
                  <a:cubicBezTo>
                    <a:pt x="4596" y="1965"/>
                    <a:pt x="4596" y="2036"/>
                    <a:pt x="4644" y="2096"/>
                  </a:cubicBezTo>
                  <a:cubicBezTo>
                    <a:pt x="4715" y="2239"/>
                    <a:pt x="4775" y="2370"/>
                    <a:pt x="4810" y="2501"/>
                  </a:cubicBezTo>
                  <a:cubicBezTo>
                    <a:pt x="4822" y="2560"/>
                    <a:pt x="4882" y="2620"/>
                    <a:pt x="4941" y="2631"/>
                  </a:cubicBezTo>
                  <a:lnTo>
                    <a:pt x="5584" y="2774"/>
                  </a:lnTo>
                  <a:cubicBezTo>
                    <a:pt x="5608" y="2774"/>
                    <a:pt x="5644" y="2798"/>
                    <a:pt x="5644" y="2846"/>
                  </a:cubicBezTo>
                  <a:lnTo>
                    <a:pt x="5644" y="3191"/>
                  </a:lnTo>
                  <a:cubicBezTo>
                    <a:pt x="5644" y="3215"/>
                    <a:pt x="5608" y="3251"/>
                    <a:pt x="5584" y="3263"/>
                  </a:cubicBezTo>
                  <a:lnTo>
                    <a:pt x="4941" y="3393"/>
                  </a:lnTo>
                  <a:cubicBezTo>
                    <a:pt x="4870" y="3405"/>
                    <a:pt x="4822" y="3453"/>
                    <a:pt x="4810" y="3524"/>
                  </a:cubicBezTo>
                  <a:cubicBezTo>
                    <a:pt x="4763" y="3679"/>
                    <a:pt x="4703" y="3810"/>
                    <a:pt x="4644" y="3929"/>
                  </a:cubicBezTo>
                  <a:cubicBezTo>
                    <a:pt x="4608" y="3989"/>
                    <a:pt x="4608" y="4060"/>
                    <a:pt x="4644" y="4120"/>
                  </a:cubicBezTo>
                  <a:lnTo>
                    <a:pt x="5001" y="4656"/>
                  </a:lnTo>
                  <a:cubicBezTo>
                    <a:pt x="5013" y="4691"/>
                    <a:pt x="5013" y="4715"/>
                    <a:pt x="4989" y="4751"/>
                  </a:cubicBezTo>
                  <a:lnTo>
                    <a:pt x="4727" y="5001"/>
                  </a:lnTo>
                  <a:cubicBezTo>
                    <a:pt x="4714" y="5020"/>
                    <a:pt x="4697" y="5029"/>
                    <a:pt x="4681" y="5029"/>
                  </a:cubicBezTo>
                  <a:cubicBezTo>
                    <a:pt x="4668" y="5029"/>
                    <a:pt x="4654" y="5023"/>
                    <a:pt x="4644" y="5013"/>
                  </a:cubicBezTo>
                  <a:lnTo>
                    <a:pt x="4108" y="4656"/>
                  </a:lnTo>
                  <a:cubicBezTo>
                    <a:pt x="4078" y="4638"/>
                    <a:pt x="4045" y="4629"/>
                    <a:pt x="4013" y="4629"/>
                  </a:cubicBezTo>
                  <a:cubicBezTo>
                    <a:pt x="3980" y="4629"/>
                    <a:pt x="3947" y="4638"/>
                    <a:pt x="3917" y="4656"/>
                  </a:cubicBezTo>
                  <a:cubicBezTo>
                    <a:pt x="3775" y="4739"/>
                    <a:pt x="3644" y="4798"/>
                    <a:pt x="3513" y="4822"/>
                  </a:cubicBezTo>
                  <a:cubicBezTo>
                    <a:pt x="3453" y="4834"/>
                    <a:pt x="3394" y="4894"/>
                    <a:pt x="3382" y="4953"/>
                  </a:cubicBezTo>
                  <a:lnTo>
                    <a:pt x="3239" y="5596"/>
                  </a:lnTo>
                  <a:cubicBezTo>
                    <a:pt x="3239" y="5632"/>
                    <a:pt x="3215" y="5656"/>
                    <a:pt x="3167" y="5656"/>
                  </a:cubicBezTo>
                  <a:lnTo>
                    <a:pt x="2822" y="5656"/>
                  </a:lnTo>
                  <a:cubicBezTo>
                    <a:pt x="2798" y="5656"/>
                    <a:pt x="2763" y="5632"/>
                    <a:pt x="2751" y="5596"/>
                  </a:cubicBezTo>
                  <a:lnTo>
                    <a:pt x="2620" y="4953"/>
                  </a:lnTo>
                  <a:cubicBezTo>
                    <a:pt x="2608" y="4882"/>
                    <a:pt x="2560" y="4834"/>
                    <a:pt x="2489" y="4822"/>
                  </a:cubicBezTo>
                  <a:cubicBezTo>
                    <a:pt x="2334" y="4775"/>
                    <a:pt x="2203" y="4715"/>
                    <a:pt x="2084" y="4656"/>
                  </a:cubicBezTo>
                  <a:cubicBezTo>
                    <a:pt x="2054" y="4644"/>
                    <a:pt x="2021" y="4638"/>
                    <a:pt x="1989" y="4638"/>
                  </a:cubicBezTo>
                  <a:cubicBezTo>
                    <a:pt x="1956" y="4638"/>
                    <a:pt x="1923" y="4644"/>
                    <a:pt x="1893" y="4656"/>
                  </a:cubicBezTo>
                  <a:lnTo>
                    <a:pt x="1358" y="5013"/>
                  </a:lnTo>
                  <a:cubicBezTo>
                    <a:pt x="1342" y="5023"/>
                    <a:pt x="1328" y="5029"/>
                    <a:pt x="1314" y="5029"/>
                  </a:cubicBezTo>
                  <a:cubicBezTo>
                    <a:pt x="1298" y="5029"/>
                    <a:pt x="1282" y="5020"/>
                    <a:pt x="1262" y="5001"/>
                  </a:cubicBezTo>
                  <a:lnTo>
                    <a:pt x="1012" y="4751"/>
                  </a:lnTo>
                  <a:cubicBezTo>
                    <a:pt x="977" y="4715"/>
                    <a:pt x="977" y="4691"/>
                    <a:pt x="1000" y="4656"/>
                  </a:cubicBezTo>
                  <a:lnTo>
                    <a:pt x="1346" y="4120"/>
                  </a:lnTo>
                  <a:cubicBezTo>
                    <a:pt x="1393" y="4060"/>
                    <a:pt x="1393" y="3989"/>
                    <a:pt x="1346" y="3929"/>
                  </a:cubicBezTo>
                  <a:cubicBezTo>
                    <a:pt x="1274" y="3798"/>
                    <a:pt x="1215" y="3667"/>
                    <a:pt x="1191" y="3524"/>
                  </a:cubicBezTo>
                  <a:cubicBezTo>
                    <a:pt x="1167" y="3465"/>
                    <a:pt x="1108" y="3405"/>
                    <a:pt x="1048" y="3393"/>
                  </a:cubicBezTo>
                  <a:lnTo>
                    <a:pt x="417" y="3263"/>
                  </a:lnTo>
                  <a:cubicBezTo>
                    <a:pt x="381" y="3263"/>
                    <a:pt x="357" y="3227"/>
                    <a:pt x="357" y="3191"/>
                  </a:cubicBezTo>
                  <a:lnTo>
                    <a:pt x="357" y="2846"/>
                  </a:lnTo>
                  <a:cubicBezTo>
                    <a:pt x="357" y="2810"/>
                    <a:pt x="381" y="2786"/>
                    <a:pt x="417" y="2774"/>
                  </a:cubicBezTo>
                  <a:lnTo>
                    <a:pt x="453" y="2751"/>
                  </a:lnTo>
                  <a:cubicBezTo>
                    <a:pt x="560" y="2739"/>
                    <a:pt x="619" y="2631"/>
                    <a:pt x="608" y="2548"/>
                  </a:cubicBezTo>
                  <a:cubicBezTo>
                    <a:pt x="597" y="2450"/>
                    <a:pt x="506" y="2392"/>
                    <a:pt x="427" y="2392"/>
                  </a:cubicBezTo>
                  <a:cubicBezTo>
                    <a:pt x="419" y="2392"/>
                    <a:pt x="412" y="2392"/>
                    <a:pt x="405" y="2393"/>
                  </a:cubicBezTo>
                  <a:lnTo>
                    <a:pt x="357" y="2417"/>
                  </a:lnTo>
                  <a:cubicBezTo>
                    <a:pt x="143" y="2453"/>
                    <a:pt x="0" y="2631"/>
                    <a:pt x="0" y="2846"/>
                  </a:cubicBezTo>
                  <a:lnTo>
                    <a:pt x="0" y="3191"/>
                  </a:lnTo>
                  <a:cubicBezTo>
                    <a:pt x="0" y="3393"/>
                    <a:pt x="143" y="3572"/>
                    <a:pt x="357" y="3620"/>
                  </a:cubicBezTo>
                  <a:lnTo>
                    <a:pt x="893" y="3727"/>
                  </a:lnTo>
                  <a:cubicBezTo>
                    <a:pt x="917" y="3810"/>
                    <a:pt x="965" y="3917"/>
                    <a:pt x="1012" y="4001"/>
                  </a:cubicBezTo>
                  <a:lnTo>
                    <a:pt x="715" y="4453"/>
                  </a:lnTo>
                  <a:cubicBezTo>
                    <a:pt x="596" y="4632"/>
                    <a:pt x="619" y="4858"/>
                    <a:pt x="774" y="5001"/>
                  </a:cubicBezTo>
                  <a:lnTo>
                    <a:pt x="1024" y="5251"/>
                  </a:lnTo>
                  <a:cubicBezTo>
                    <a:pt x="1112" y="5339"/>
                    <a:pt x="1227" y="5381"/>
                    <a:pt x="1338" y="5381"/>
                  </a:cubicBezTo>
                  <a:cubicBezTo>
                    <a:pt x="1423" y="5381"/>
                    <a:pt x="1505" y="5357"/>
                    <a:pt x="1572" y="5310"/>
                  </a:cubicBezTo>
                  <a:lnTo>
                    <a:pt x="2024" y="5013"/>
                  </a:lnTo>
                  <a:cubicBezTo>
                    <a:pt x="2108" y="5060"/>
                    <a:pt x="2203" y="5108"/>
                    <a:pt x="2310" y="5132"/>
                  </a:cubicBezTo>
                  <a:lnTo>
                    <a:pt x="2405" y="5668"/>
                  </a:lnTo>
                  <a:cubicBezTo>
                    <a:pt x="2453" y="5882"/>
                    <a:pt x="2632" y="6025"/>
                    <a:pt x="2846" y="6025"/>
                  </a:cubicBezTo>
                  <a:lnTo>
                    <a:pt x="3179" y="6025"/>
                  </a:lnTo>
                  <a:cubicBezTo>
                    <a:pt x="3394" y="6025"/>
                    <a:pt x="3572" y="5882"/>
                    <a:pt x="3620" y="5668"/>
                  </a:cubicBezTo>
                  <a:lnTo>
                    <a:pt x="3715" y="5132"/>
                  </a:lnTo>
                  <a:cubicBezTo>
                    <a:pt x="3810" y="5108"/>
                    <a:pt x="3917" y="5060"/>
                    <a:pt x="4001" y="5013"/>
                  </a:cubicBezTo>
                  <a:lnTo>
                    <a:pt x="4453" y="5310"/>
                  </a:lnTo>
                  <a:cubicBezTo>
                    <a:pt x="4529" y="5361"/>
                    <a:pt x="4611" y="5386"/>
                    <a:pt x="4692" y="5386"/>
                  </a:cubicBezTo>
                  <a:cubicBezTo>
                    <a:pt x="4803" y="5386"/>
                    <a:pt x="4912" y="5340"/>
                    <a:pt x="5001" y="5251"/>
                  </a:cubicBezTo>
                  <a:lnTo>
                    <a:pt x="5251" y="5001"/>
                  </a:lnTo>
                  <a:cubicBezTo>
                    <a:pt x="5406" y="4858"/>
                    <a:pt x="5418" y="4620"/>
                    <a:pt x="5310" y="4453"/>
                  </a:cubicBezTo>
                  <a:lnTo>
                    <a:pt x="5013" y="4001"/>
                  </a:lnTo>
                  <a:cubicBezTo>
                    <a:pt x="5060" y="3917"/>
                    <a:pt x="5108" y="3822"/>
                    <a:pt x="5132" y="3727"/>
                  </a:cubicBezTo>
                  <a:lnTo>
                    <a:pt x="5668" y="3620"/>
                  </a:lnTo>
                  <a:cubicBezTo>
                    <a:pt x="5882" y="3572"/>
                    <a:pt x="6025" y="3393"/>
                    <a:pt x="6025" y="3191"/>
                  </a:cubicBezTo>
                  <a:lnTo>
                    <a:pt x="6025" y="2846"/>
                  </a:lnTo>
                  <a:cubicBezTo>
                    <a:pt x="6001" y="2631"/>
                    <a:pt x="5846" y="2453"/>
                    <a:pt x="5644" y="2417"/>
                  </a:cubicBezTo>
                  <a:lnTo>
                    <a:pt x="5108" y="2310"/>
                  </a:lnTo>
                  <a:cubicBezTo>
                    <a:pt x="5072" y="2215"/>
                    <a:pt x="5025" y="2120"/>
                    <a:pt x="4989" y="2024"/>
                  </a:cubicBezTo>
                  <a:lnTo>
                    <a:pt x="5287" y="1584"/>
                  </a:lnTo>
                  <a:cubicBezTo>
                    <a:pt x="5406" y="1405"/>
                    <a:pt x="5370" y="1179"/>
                    <a:pt x="5227" y="1024"/>
                  </a:cubicBezTo>
                  <a:lnTo>
                    <a:pt x="4965" y="774"/>
                  </a:lnTo>
                  <a:cubicBezTo>
                    <a:pt x="4882" y="691"/>
                    <a:pt x="4766" y="648"/>
                    <a:pt x="4651" y="648"/>
                  </a:cubicBezTo>
                  <a:cubicBezTo>
                    <a:pt x="4569" y="648"/>
                    <a:pt x="4487" y="670"/>
                    <a:pt x="4418" y="715"/>
                  </a:cubicBezTo>
                  <a:lnTo>
                    <a:pt x="3977" y="1012"/>
                  </a:lnTo>
                  <a:cubicBezTo>
                    <a:pt x="3882" y="965"/>
                    <a:pt x="3786" y="929"/>
                    <a:pt x="3691" y="893"/>
                  </a:cubicBezTo>
                  <a:lnTo>
                    <a:pt x="3584" y="357"/>
                  </a:lnTo>
                  <a:cubicBezTo>
                    <a:pt x="3536" y="155"/>
                    <a:pt x="3358" y="0"/>
                    <a:pt x="3155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" name="Google Shape;729;p36"/>
            <p:cNvSpPr/>
            <p:nvPr/>
          </p:nvSpPr>
          <p:spPr>
            <a:xfrm>
              <a:off x="2738867" y="2986895"/>
              <a:ext cx="65066" cy="65066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25" y="0"/>
                  </a:moveTo>
                  <a:cubicBezTo>
                    <a:pt x="453" y="0"/>
                    <a:pt x="1" y="453"/>
                    <a:pt x="1" y="1024"/>
                  </a:cubicBezTo>
                  <a:cubicBezTo>
                    <a:pt x="1" y="1584"/>
                    <a:pt x="453" y="2048"/>
                    <a:pt x="1025" y="2048"/>
                  </a:cubicBezTo>
                  <a:cubicBezTo>
                    <a:pt x="1251" y="2048"/>
                    <a:pt x="1465" y="1977"/>
                    <a:pt x="1644" y="1846"/>
                  </a:cubicBezTo>
                  <a:cubicBezTo>
                    <a:pt x="1727" y="1786"/>
                    <a:pt x="1739" y="1667"/>
                    <a:pt x="1680" y="1584"/>
                  </a:cubicBezTo>
                  <a:cubicBezTo>
                    <a:pt x="1646" y="1543"/>
                    <a:pt x="1593" y="1522"/>
                    <a:pt x="1540" y="1522"/>
                  </a:cubicBezTo>
                  <a:cubicBezTo>
                    <a:pt x="1500" y="1522"/>
                    <a:pt x="1461" y="1534"/>
                    <a:pt x="1430" y="1560"/>
                  </a:cubicBezTo>
                  <a:cubicBezTo>
                    <a:pt x="1311" y="1644"/>
                    <a:pt x="1168" y="1691"/>
                    <a:pt x="1025" y="1691"/>
                  </a:cubicBezTo>
                  <a:cubicBezTo>
                    <a:pt x="668" y="1691"/>
                    <a:pt x="370" y="1393"/>
                    <a:pt x="370" y="1036"/>
                  </a:cubicBezTo>
                  <a:cubicBezTo>
                    <a:pt x="382" y="655"/>
                    <a:pt x="680" y="370"/>
                    <a:pt x="1037" y="370"/>
                  </a:cubicBezTo>
                  <a:cubicBezTo>
                    <a:pt x="1394" y="370"/>
                    <a:pt x="1692" y="667"/>
                    <a:pt x="1692" y="1024"/>
                  </a:cubicBezTo>
                  <a:cubicBezTo>
                    <a:pt x="1692" y="1132"/>
                    <a:pt x="1775" y="1203"/>
                    <a:pt x="1870" y="1203"/>
                  </a:cubicBezTo>
                  <a:cubicBezTo>
                    <a:pt x="1965" y="1203"/>
                    <a:pt x="2049" y="1108"/>
                    <a:pt x="2049" y="1024"/>
                  </a:cubicBezTo>
                  <a:cubicBezTo>
                    <a:pt x="2049" y="453"/>
                    <a:pt x="1584" y="0"/>
                    <a:pt x="1025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" name="Google Shape;730;p36"/>
            <p:cNvSpPr/>
            <p:nvPr/>
          </p:nvSpPr>
          <p:spPr>
            <a:xfrm>
              <a:off x="2604670" y="2851904"/>
              <a:ext cx="70718" cy="71131"/>
            </a:xfrm>
            <a:custGeom>
              <a:avLst/>
              <a:gdLst/>
              <a:ahLst/>
              <a:cxnLst/>
              <a:rect l="l" t="t" r="r" b="b"/>
              <a:pathLst>
                <a:path w="2227" h="2240" extrusionOk="0">
                  <a:moveTo>
                    <a:pt x="1107" y="382"/>
                  </a:moveTo>
                  <a:cubicBezTo>
                    <a:pt x="1512" y="382"/>
                    <a:pt x="1858" y="715"/>
                    <a:pt x="1858" y="1120"/>
                  </a:cubicBezTo>
                  <a:cubicBezTo>
                    <a:pt x="1858" y="1525"/>
                    <a:pt x="1512" y="1870"/>
                    <a:pt x="1107" y="1870"/>
                  </a:cubicBezTo>
                  <a:cubicBezTo>
                    <a:pt x="691" y="1870"/>
                    <a:pt x="369" y="1525"/>
                    <a:pt x="369" y="1120"/>
                  </a:cubicBezTo>
                  <a:cubicBezTo>
                    <a:pt x="369" y="703"/>
                    <a:pt x="703" y="382"/>
                    <a:pt x="1107" y="382"/>
                  </a:cubicBezTo>
                  <a:close/>
                  <a:moveTo>
                    <a:pt x="1107" y="1"/>
                  </a:moveTo>
                  <a:cubicBezTo>
                    <a:pt x="500" y="1"/>
                    <a:pt x="0" y="513"/>
                    <a:pt x="0" y="1120"/>
                  </a:cubicBezTo>
                  <a:cubicBezTo>
                    <a:pt x="0" y="1727"/>
                    <a:pt x="500" y="2239"/>
                    <a:pt x="1107" y="2239"/>
                  </a:cubicBezTo>
                  <a:cubicBezTo>
                    <a:pt x="1727" y="2239"/>
                    <a:pt x="2227" y="1727"/>
                    <a:pt x="2227" y="1120"/>
                  </a:cubicBezTo>
                  <a:cubicBezTo>
                    <a:pt x="2227" y="513"/>
                    <a:pt x="1727" y="1"/>
                    <a:pt x="1107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" name="Google Shape;732;p36"/>
          <p:cNvGrpSpPr/>
          <p:nvPr/>
        </p:nvGrpSpPr>
        <p:grpSpPr>
          <a:xfrm>
            <a:off x="4417196" y="2834313"/>
            <a:ext cx="309505" cy="260656"/>
            <a:chOff x="2171474" y="3369229"/>
            <a:chExt cx="408156" cy="343737"/>
          </a:xfrm>
        </p:grpSpPr>
        <p:sp>
          <p:nvSpPr>
            <p:cNvPr id="733" name="Google Shape;733;p36"/>
            <p:cNvSpPr/>
            <p:nvPr/>
          </p:nvSpPr>
          <p:spPr>
            <a:xfrm>
              <a:off x="2171474" y="3369229"/>
              <a:ext cx="408156" cy="343737"/>
            </a:xfrm>
            <a:custGeom>
              <a:avLst/>
              <a:gdLst/>
              <a:ahLst/>
              <a:cxnLst/>
              <a:rect l="l" t="t" r="r" b="b"/>
              <a:pathLst>
                <a:path w="12824" h="10800" extrusionOk="0">
                  <a:moveTo>
                    <a:pt x="5395" y="345"/>
                  </a:moveTo>
                  <a:cubicBezTo>
                    <a:pt x="5561" y="345"/>
                    <a:pt x="5704" y="405"/>
                    <a:pt x="5823" y="536"/>
                  </a:cubicBezTo>
                  <a:lnTo>
                    <a:pt x="6478" y="1191"/>
                  </a:lnTo>
                  <a:lnTo>
                    <a:pt x="5645" y="1191"/>
                  </a:lnTo>
                  <a:cubicBezTo>
                    <a:pt x="5537" y="1191"/>
                    <a:pt x="5442" y="1143"/>
                    <a:pt x="5347" y="1072"/>
                  </a:cubicBezTo>
                  <a:lnTo>
                    <a:pt x="4633" y="357"/>
                  </a:lnTo>
                  <a:lnTo>
                    <a:pt x="5395" y="357"/>
                  </a:lnTo>
                  <a:lnTo>
                    <a:pt x="5395" y="345"/>
                  </a:lnTo>
                  <a:close/>
                  <a:moveTo>
                    <a:pt x="6883" y="357"/>
                  </a:moveTo>
                  <a:cubicBezTo>
                    <a:pt x="7049" y="357"/>
                    <a:pt x="7192" y="417"/>
                    <a:pt x="7311" y="536"/>
                  </a:cubicBezTo>
                  <a:lnTo>
                    <a:pt x="7966" y="1191"/>
                  </a:lnTo>
                  <a:lnTo>
                    <a:pt x="7823" y="1191"/>
                  </a:lnTo>
                  <a:cubicBezTo>
                    <a:pt x="7716" y="1191"/>
                    <a:pt x="7621" y="1274"/>
                    <a:pt x="7621" y="1381"/>
                  </a:cubicBezTo>
                  <a:cubicBezTo>
                    <a:pt x="7621" y="1488"/>
                    <a:pt x="7716" y="1572"/>
                    <a:pt x="7823" y="1572"/>
                  </a:cubicBezTo>
                  <a:lnTo>
                    <a:pt x="12026" y="1572"/>
                  </a:lnTo>
                  <a:cubicBezTo>
                    <a:pt x="12253" y="1572"/>
                    <a:pt x="12443" y="1750"/>
                    <a:pt x="12443" y="1988"/>
                  </a:cubicBezTo>
                  <a:lnTo>
                    <a:pt x="12431" y="10001"/>
                  </a:lnTo>
                  <a:cubicBezTo>
                    <a:pt x="12431" y="10216"/>
                    <a:pt x="12253" y="10418"/>
                    <a:pt x="12014" y="10418"/>
                  </a:cubicBezTo>
                  <a:lnTo>
                    <a:pt x="775" y="10418"/>
                  </a:lnTo>
                  <a:cubicBezTo>
                    <a:pt x="561" y="10418"/>
                    <a:pt x="358" y="10239"/>
                    <a:pt x="358" y="10001"/>
                  </a:cubicBezTo>
                  <a:lnTo>
                    <a:pt x="358" y="774"/>
                  </a:lnTo>
                  <a:cubicBezTo>
                    <a:pt x="358" y="548"/>
                    <a:pt x="537" y="357"/>
                    <a:pt x="775" y="357"/>
                  </a:cubicBezTo>
                  <a:lnTo>
                    <a:pt x="3859" y="357"/>
                  </a:lnTo>
                  <a:cubicBezTo>
                    <a:pt x="4025" y="357"/>
                    <a:pt x="4168" y="417"/>
                    <a:pt x="4287" y="536"/>
                  </a:cubicBezTo>
                  <a:lnTo>
                    <a:pt x="5085" y="1322"/>
                  </a:lnTo>
                  <a:cubicBezTo>
                    <a:pt x="5228" y="1465"/>
                    <a:pt x="5418" y="1560"/>
                    <a:pt x="5645" y="1560"/>
                  </a:cubicBezTo>
                  <a:lnTo>
                    <a:pt x="6942" y="1560"/>
                  </a:lnTo>
                  <a:cubicBezTo>
                    <a:pt x="7014" y="1560"/>
                    <a:pt x="7085" y="1512"/>
                    <a:pt x="7121" y="1441"/>
                  </a:cubicBezTo>
                  <a:cubicBezTo>
                    <a:pt x="7145" y="1369"/>
                    <a:pt x="7133" y="1286"/>
                    <a:pt x="7073" y="1226"/>
                  </a:cubicBezTo>
                  <a:lnTo>
                    <a:pt x="6192" y="357"/>
                  </a:lnTo>
                  <a:close/>
                  <a:moveTo>
                    <a:pt x="799" y="0"/>
                  </a:moveTo>
                  <a:cubicBezTo>
                    <a:pt x="358" y="0"/>
                    <a:pt x="1" y="345"/>
                    <a:pt x="1" y="786"/>
                  </a:cubicBezTo>
                  <a:lnTo>
                    <a:pt x="1" y="10013"/>
                  </a:lnTo>
                  <a:cubicBezTo>
                    <a:pt x="1" y="10442"/>
                    <a:pt x="358" y="10799"/>
                    <a:pt x="799" y="10799"/>
                  </a:cubicBezTo>
                  <a:lnTo>
                    <a:pt x="12026" y="10799"/>
                  </a:lnTo>
                  <a:cubicBezTo>
                    <a:pt x="12467" y="10799"/>
                    <a:pt x="12824" y="10442"/>
                    <a:pt x="12824" y="10013"/>
                  </a:cubicBezTo>
                  <a:lnTo>
                    <a:pt x="12824" y="1988"/>
                  </a:lnTo>
                  <a:cubicBezTo>
                    <a:pt x="12824" y="1524"/>
                    <a:pt x="12467" y="1191"/>
                    <a:pt x="12026" y="1191"/>
                  </a:cubicBezTo>
                  <a:lnTo>
                    <a:pt x="8490" y="1191"/>
                  </a:lnTo>
                  <a:lnTo>
                    <a:pt x="7585" y="274"/>
                  </a:lnTo>
                  <a:cubicBezTo>
                    <a:pt x="7383" y="83"/>
                    <a:pt x="7145" y="0"/>
                    <a:pt x="6883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" name="Google Shape;734;p36"/>
            <p:cNvSpPr/>
            <p:nvPr/>
          </p:nvSpPr>
          <p:spPr>
            <a:xfrm>
              <a:off x="2292737" y="3477220"/>
              <a:ext cx="164898" cy="164866"/>
            </a:xfrm>
            <a:custGeom>
              <a:avLst/>
              <a:gdLst/>
              <a:ahLst/>
              <a:cxnLst/>
              <a:rect l="l" t="t" r="r" b="b"/>
              <a:pathLst>
                <a:path w="5181" h="5180" extrusionOk="0">
                  <a:moveTo>
                    <a:pt x="2799" y="1382"/>
                  </a:moveTo>
                  <a:cubicBezTo>
                    <a:pt x="3025" y="1382"/>
                    <a:pt x="3216" y="1560"/>
                    <a:pt x="3216" y="1798"/>
                  </a:cubicBezTo>
                  <a:lnTo>
                    <a:pt x="3216" y="2203"/>
                  </a:lnTo>
                  <a:cubicBezTo>
                    <a:pt x="3204" y="2525"/>
                    <a:pt x="2942" y="2810"/>
                    <a:pt x="2597" y="2810"/>
                  </a:cubicBezTo>
                  <a:cubicBezTo>
                    <a:pt x="2251" y="2810"/>
                    <a:pt x="1977" y="2525"/>
                    <a:pt x="1977" y="2203"/>
                  </a:cubicBezTo>
                  <a:lnTo>
                    <a:pt x="1977" y="1798"/>
                  </a:lnTo>
                  <a:cubicBezTo>
                    <a:pt x="1977" y="1572"/>
                    <a:pt x="2156" y="1382"/>
                    <a:pt x="2406" y="1382"/>
                  </a:cubicBezTo>
                  <a:close/>
                  <a:moveTo>
                    <a:pt x="2799" y="3156"/>
                  </a:moveTo>
                  <a:lnTo>
                    <a:pt x="2799" y="3275"/>
                  </a:lnTo>
                  <a:cubicBezTo>
                    <a:pt x="2799" y="3346"/>
                    <a:pt x="2835" y="3406"/>
                    <a:pt x="2858" y="3465"/>
                  </a:cubicBezTo>
                  <a:lnTo>
                    <a:pt x="2608" y="3715"/>
                  </a:lnTo>
                  <a:lnTo>
                    <a:pt x="2573" y="3715"/>
                  </a:lnTo>
                  <a:lnTo>
                    <a:pt x="2323" y="3465"/>
                  </a:lnTo>
                  <a:cubicBezTo>
                    <a:pt x="2358" y="3406"/>
                    <a:pt x="2382" y="3346"/>
                    <a:pt x="2382" y="3275"/>
                  </a:cubicBezTo>
                  <a:lnTo>
                    <a:pt x="2382" y="3156"/>
                  </a:lnTo>
                  <a:cubicBezTo>
                    <a:pt x="2454" y="3167"/>
                    <a:pt x="2513" y="3179"/>
                    <a:pt x="2597" y="3179"/>
                  </a:cubicBezTo>
                  <a:cubicBezTo>
                    <a:pt x="2668" y="3179"/>
                    <a:pt x="2739" y="3167"/>
                    <a:pt x="2799" y="3156"/>
                  </a:cubicBezTo>
                  <a:close/>
                  <a:moveTo>
                    <a:pt x="2573" y="381"/>
                  </a:moveTo>
                  <a:cubicBezTo>
                    <a:pt x="3799" y="381"/>
                    <a:pt x="4799" y="1382"/>
                    <a:pt x="4799" y="2596"/>
                  </a:cubicBezTo>
                  <a:cubicBezTo>
                    <a:pt x="4811" y="3287"/>
                    <a:pt x="4490" y="3906"/>
                    <a:pt x="3978" y="4322"/>
                  </a:cubicBezTo>
                  <a:lnTo>
                    <a:pt x="3978" y="4049"/>
                  </a:lnTo>
                  <a:cubicBezTo>
                    <a:pt x="3978" y="3822"/>
                    <a:pt x="3859" y="3608"/>
                    <a:pt x="3656" y="3525"/>
                  </a:cubicBezTo>
                  <a:lnTo>
                    <a:pt x="3180" y="3287"/>
                  </a:lnTo>
                  <a:lnTo>
                    <a:pt x="3180" y="3275"/>
                  </a:lnTo>
                  <a:lnTo>
                    <a:pt x="3180" y="2989"/>
                  </a:lnTo>
                  <a:cubicBezTo>
                    <a:pt x="3418" y="2810"/>
                    <a:pt x="3573" y="2513"/>
                    <a:pt x="3573" y="2203"/>
                  </a:cubicBezTo>
                  <a:lnTo>
                    <a:pt x="3573" y="1798"/>
                  </a:lnTo>
                  <a:cubicBezTo>
                    <a:pt x="3573" y="1370"/>
                    <a:pt x="3216" y="1012"/>
                    <a:pt x="2787" y="1012"/>
                  </a:cubicBezTo>
                  <a:lnTo>
                    <a:pt x="2382" y="1012"/>
                  </a:lnTo>
                  <a:cubicBezTo>
                    <a:pt x="1954" y="1012"/>
                    <a:pt x="1596" y="1370"/>
                    <a:pt x="1596" y="1798"/>
                  </a:cubicBezTo>
                  <a:lnTo>
                    <a:pt x="1596" y="2203"/>
                  </a:lnTo>
                  <a:cubicBezTo>
                    <a:pt x="1596" y="2525"/>
                    <a:pt x="1763" y="2810"/>
                    <a:pt x="2001" y="2989"/>
                  </a:cubicBezTo>
                  <a:lnTo>
                    <a:pt x="2001" y="3275"/>
                  </a:lnTo>
                  <a:lnTo>
                    <a:pt x="2001" y="3287"/>
                  </a:lnTo>
                  <a:lnTo>
                    <a:pt x="1525" y="3525"/>
                  </a:lnTo>
                  <a:cubicBezTo>
                    <a:pt x="1334" y="3632"/>
                    <a:pt x="1192" y="3822"/>
                    <a:pt x="1192" y="4049"/>
                  </a:cubicBezTo>
                  <a:lnTo>
                    <a:pt x="1192" y="4322"/>
                  </a:lnTo>
                  <a:cubicBezTo>
                    <a:pt x="692" y="3918"/>
                    <a:pt x="358" y="3298"/>
                    <a:pt x="358" y="2596"/>
                  </a:cubicBezTo>
                  <a:cubicBezTo>
                    <a:pt x="358" y="1382"/>
                    <a:pt x="1358" y="381"/>
                    <a:pt x="2573" y="381"/>
                  </a:cubicBezTo>
                  <a:close/>
                  <a:moveTo>
                    <a:pt x="3156" y="3691"/>
                  </a:moveTo>
                  <a:lnTo>
                    <a:pt x="3490" y="3846"/>
                  </a:lnTo>
                  <a:cubicBezTo>
                    <a:pt x="3561" y="3882"/>
                    <a:pt x="3609" y="3953"/>
                    <a:pt x="3609" y="4049"/>
                  </a:cubicBezTo>
                  <a:lnTo>
                    <a:pt x="3609" y="4560"/>
                  </a:lnTo>
                  <a:cubicBezTo>
                    <a:pt x="3311" y="4727"/>
                    <a:pt x="2954" y="4822"/>
                    <a:pt x="2597" y="4822"/>
                  </a:cubicBezTo>
                  <a:cubicBezTo>
                    <a:pt x="2227" y="4822"/>
                    <a:pt x="1882" y="4727"/>
                    <a:pt x="1585" y="4560"/>
                  </a:cubicBezTo>
                  <a:lnTo>
                    <a:pt x="1585" y="4049"/>
                  </a:lnTo>
                  <a:cubicBezTo>
                    <a:pt x="1585" y="3965"/>
                    <a:pt x="1632" y="3894"/>
                    <a:pt x="1704" y="3846"/>
                  </a:cubicBezTo>
                  <a:lnTo>
                    <a:pt x="2025" y="3691"/>
                  </a:lnTo>
                  <a:lnTo>
                    <a:pt x="2323" y="3989"/>
                  </a:lnTo>
                  <a:cubicBezTo>
                    <a:pt x="2406" y="4060"/>
                    <a:pt x="2489" y="4108"/>
                    <a:pt x="2597" y="4108"/>
                  </a:cubicBezTo>
                  <a:cubicBezTo>
                    <a:pt x="2704" y="4108"/>
                    <a:pt x="2799" y="4060"/>
                    <a:pt x="2858" y="3989"/>
                  </a:cubicBezTo>
                  <a:lnTo>
                    <a:pt x="3156" y="3691"/>
                  </a:lnTo>
                  <a:close/>
                  <a:moveTo>
                    <a:pt x="2597" y="0"/>
                  </a:moveTo>
                  <a:cubicBezTo>
                    <a:pt x="1168" y="0"/>
                    <a:pt x="1" y="1155"/>
                    <a:pt x="1" y="2584"/>
                  </a:cubicBezTo>
                  <a:cubicBezTo>
                    <a:pt x="1" y="4013"/>
                    <a:pt x="1168" y="5180"/>
                    <a:pt x="2597" y="5180"/>
                  </a:cubicBezTo>
                  <a:cubicBezTo>
                    <a:pt x="4025" y="5180"/>
                    <a:pt x="5180" y="4013"/>
                    <a:pt x="5180" y="2584"/>
                  </a:cubicBezTo>
                  <a:cubicBezTo>
                    <a:pt x="5180" y="1155"/>
                    <a:pt x="4025" y="0"/>
                    <a:pt x="2597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" name="Google Shape;735;p36"/>
            <p:cNvSpPr/>
            <p:nvPr/>
          </p:nvSpPr>
          <p:spPr>
            <a:xfrm>
              <a:off x="2256358" y="3451503"/>
              <a:ext cx="188769" cy="177311"/>
            </a:xfrm>
            <a:custGeom>
              <a:avLst/>
              <a:gdLst/>
              <a:ahLst/>
              <a:cxnLst/>
              <a:rect l="l" t="t" r="r" b="b"/>
              <a:pathLst>
                <a:path w="5931" h="5571" extrusionOk="0">
                  <a:moveTo>
                    <a:pt x="3751" y="0"/>
                  </a:moveTo>
                  <a:cubicBezTo>
                    <a:pt x="2872" y="0"/>
                    <a:pt x="1994" y="341"/>
                    <a:pt x="1323" y="999"/>
                  </a:cubicBezTo>
                  <a:cubicBezTo>
                    <a:pt x="120" y="2201"/>
                    <a:pt x="1" y="4142"/>
                    <a:pt x="1049" y="5488"/>
                  </a:cubicBezTo>
                  <a:cubicBezTo>
                    <a:pt x="1073" y="5535"/>
                    <a:pt x="1132" y="5571"/>
                    <a:pt x="1192" y="5571"/>
                  </a:cubicBezTo>
                  <a:cubicBezTo>
                    <a:pt x="1239" y="5571"/>
                    <a:pt x="1263" y="5547"/>
                    <a:pt x="1311" y="5523"/>
                  </a:cubicBezTo>
                  <a:cubicBezTo>
                    <a:pt x="1382" y="5464"/>
                    <a:pt x="1406" y="5345"/>
                    <a:pt x="1346" y="5249"/>
                  </a:cubicBezTo>
                  <a:cubicBezTo>
                    <a:pt x="406" y="4047"/>
                    <a:pt x="525" y="2332"/>
                    <a:pt x="1596" y="1261"/>
                  </a:cubicBezTo>
                  <a:cubicBezTo>
                    <a:pt x="2181" y="676"/>
                    <a:pt x="2961" y="375"/>
                    <a:pt x="3742" y="375"/>
                  </a:cubicBezTo>
                  <a:cubicBezTo>
                    <a:pt x="4393" y="375"/>
                    <a:pt x="5044" y="584"/>
                    <a:pt x="5585" y="1011"/>
                  </a:cubicBezTo>
                  <a:cubicBezTo>
                    <a:pt x="5616" y="1037"/>
                    <a:pt x="5656" y="1049"/>
                    <a:pt x="5697" y="1049"/>
                  </a:cubicBezTo>
                  <a:cubicBezTo>
                    <a:pt x="5750" y="1049"/>
                    <a:pt x="5806" y="1028"/>
                    <a:pt x="5847" y="987"/>
                  </a:cubicBezTo>
                  <a:cubicBezTo>
                    <a:pt x="5930" y="904"/>
                    <a:pt x="5895" y="773"/>
                    <a:pt x="5823" y="713"/>
                  </a:cubicBezTo>
                  <a:cubicBezTo>
                    <a:pt x="5209" y="233"/>
                    <a:pt x="4479" y="0"/>
                    <a:pt x="3751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" name="Google Shape;736;p36"/>
            <p:cNvSpPr/>
            <p:nvPr/>
          </p:nvSpPr>
          <p:spPr>
            <a:xfrm>
              <a:off x="2305245" y="3491160"/>
              <a:ext cx="189151" cy="176706"/>
            </a:xfrm>
            <a:custGeom>
              <a:avLst/>
              <a:gdLst/>
              <a:ahLst/>
              <a:cxnLst/>
              <a:rect l="l" t="t" r="r" b="b"/>
              <a:pathLst>
                <a:path w="5943" h="5552" extrusionOk="0">
                  <a:moveTo>
                    <a:pt x="4739" y="1"/>
                  </a:moveTo>
                  <a:cubicBezTo>
                    <a:pt x="4695" y="1"/>
                    <a:pt x="4650" y="13"/>
                    <a:pt x="4609" y="39"/>
                  </a:cubicBezTo>
                  <a:cubicBezTo>
                    <a:pt x="4537" y="98"/>
                    <a:pt x="4525" y="217"/>
                    <a:pt x="4585" y="301"/>
                  </a:cubicBezTo>
                  <a:cubicBezTo>
                    <a:pt x="5513" y="1503"/>
                    <a:pt x="5406" y="3218"/>
                    <a:pt x="4335" y="4289"/>
                  </a:cubicBezTo>
                  <a:cubicBezTo>
                    <a:pt x="3750" y="4874"/>
                    <a:pt x="2970" y="5175"/>
                    <a:pt x="2189" y="5175"/>
                  </a:cubicBezTo>
                  <a:cubicBezTo>
                    <a:pt x="1538" y="5175"/>
                    <a:pt x="887" y="4966"/>
                    <a:pt x="346" y="4539"/>
                  </a:cubicBezTo>
                  <a:cubicBezTo>
                    <a:pt x="314" y="4516"/>
                    <a:pt x="276" y="4505"/>
                    <a:pt x="237" y="4505"/>
                  </a:cubicBezTo>
                  <a:cubicBezTo>
                    <a:pt x="177" y="4505"/>
                    <a:pt x="116" y="4531"/>
                    <a:pt x="72" y="4575"/>
                  </a:cubicBezTo>
                  <a:cubicBezTo>
                    <a:pt x="1" y="4646"/>
                    <a:pt x="25" y="4765"/>
                    <a:pt x="96" y="4837"/>
                  </a:cubicBezTo>
                  <a:cubicBezTo>
                    <a:pt x="715" y="5313"/>
                    <a:pt x="1453" y="5551"/>
                    <a:pt x="2180" y="5551"/>
                  </a:cubicBezTo>
                  <a:cubicBezTo>
                    <a:pt x="3061" y="5551"/>
                    <a:pt x="3930" y="5218"/>
                    <a:pt x="4597" y="4551"/>
                  </a:cubicBezTo>
                  <a:cubicBezTo>
                    <a:pt x="5823" y="3349"/>
                    <a:pt x="5942" y="1420"/>
                    <a:pt x="4882" y="62"/>
                  </a:cubicBezTo>
                  <a:cubicBezTo>
                    <a:pt x="4849" y="22"/>
                    <a:pt x="4796" y="1"/>
                    <a:pt x="473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" name="Google Shape;10847;p59"/>
          <p:cNvGrpSpPr/>
          <p:nvPr/>
        </p:nvGrpSpPr>
        <p:grpSpPr>
          <a:xfrm>
            <a:off x="7474663" y="2771373"/>
            <a:ext cx="377474" cy="335748"/>
            <a:chOff x="854261" y="2908813"/>
            <a:chExt cx="377474" cy="335748"/>
          </a:xfrm>
        </p:grpSpPr>
        <p:sp>
          <p:nvSpPr>
            <p:cNvPr id="49" name="Google Shape;10848;p59"/>
            <p:cNvSpPr/>
            <p:nvPr/>
          </p:nvSpPr>
          <p:spPr>
            <a:xfrm>
              <a:off x="896337" y="3079695"/>
              <a:ext cx="47391" cy="17091"/>
            </a:xfrm>
            <a:custGeom>
              <a:avLst/>
              <a:gdLst/>
              <a:ahLst/>
              <a:cxnLst/>
              <a:rect l="l" t="t" r="r" b="b"/>
              <a:pathLst>
                <a:path w="1489" h="537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10849;p59"/>
            <p:cNvSpPr/>
            <p:nvPr/>
          </p:nvSpPr>
          <p:spPr>
            <a:xfrm>
              <a:off x="878514" y="3191855"/>
              <a:ext cx="11426" cy="52706"/>
            </a:xfrm>
            <a:custGeom>
              <a:avLst/>
              <a:gdLst/>
              <a:ahLst/>
              <a:cxnLst/>
              <a:rect l="l" t="t" r="r" b="b"/>
              <a:pathLst>
                <a:path w="359" h="1656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10850;p59"/>
            <p:cNvSpPr/>
            <p:nvPr/>
          </p:nvSpPr>
          <p:spPr>
            <a:xfrm>
              <a:off x="854261" y="3050159"/>
              <a:ext cx="219451" cy="194052"/>
            </a:xfrm>
            <a:custGeom>
              <a:avLst/>
              <a:gdLst/>
              <a:ahLst/>
              <a:cxnLst/>
              <a:rect l="l" t="t" r="r" b="b"/>
              <a:pathLst>
                <a:path w="6895" h="6097" extrusionOk="0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" name="Google Shape;10851;p59"/>
            <p:cNvSpPr/>
            <p:nvPr/>
          </p:nvSpPr>
          <p:spPr>
            <a:xfrm>
              <a:off x="1008115" y="2908813"/>
              <a:ext cx="223620" cy="188355"/>
            </a:xfrm>
            <a:custGeom>
              <a:avLst/>
              <a:gdLst/>
              <a:ahLst/>
              <a:cxnLst/>
              <a:rect l="l" t="t" r="r" b="b"/>
              <a:pathLst>
                <a:path w="7026" h="5918" extrusionOk="0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10852;p59"/>
            <p:cNvSpPr/>
            <p:nvPr/>
          </p:nvSpPr>
          <p:spPr>
            <a:xfrm>
              <a:off x="1037301" y="2944046"/>
              <a:ext cx="165248" cy="105763"/>
            </a:xfrm>
            <a:custGeom>
              <a:avLst/>
              <a:gdLst/>
              <a:ahLst/>
              <a:cxnLst/>
              <a:rect l="l" t="t" r="r" b="b"/>
              <a:pathLst>
                <a:path w="5192" h="3323" extrusionOk="0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" name="Google Shape;10333;p58"/>
          <p:cNvGrpSpPr/>
          <p:nvPr/>
        </p:nvGrpSpPr>
        <p:grpSpPr>
          <a:xfrm>
            <a:off x="5938210" y="2774479"/>
            <a:ext cx="379489" cy="366046"/>
            <a:chOff x="1284212" y="1963766"/>
            <a:chExt cx="379489" cy="366046"/>
          </a:xfrm>
        </p:grpSpPr>
        <p:sp>
          <p:nvSpPr>
            <p:cNvPr id="55" name="Google Shape;10334;p58"/>
            <p:cNvSpPr/>
            <p:nvPr/>
          </p:nvSpPr>
          <p:spPr>
            <a:xfrm>
              <a:off x="1436861" y="2112975"/>
              <a:ext cx="69444" cy="68902"/>
            </a:xfrm>
            <a:custGeom>
              <a:avLst/>
              <a:gdLst/>
              <a:ahLst/>
              <a:cxnLst/>
              <a:rect l="l" t="t" r="r" b="b"/>
              <a:pathLst>
                <a:path w="2180" h="2163" extrusionOk="0">
                  <a:moveTo>
                    <a:pt x="1086" y="1"/>
                  </a:moveTo>
                  <a:cubicBezTo>
                    <a:pt x="526" y="1"/>
                    <a:pt x="0" y="443"/>
                    <a:pt x="0" y="1079"/>
                  </a:cubicBezTo>
                  <a:cubicBezTo>
                    <a:pt x="0" y="1675"/>
                    <a:pt x="501" y="2163"/>
                    <a:pt x="1096" y="2163"/>
                  </a:cubicBezTo>
                  <a:cubicBezTo>
                    <a:pt x="1703" y="2163"/>
                    <a:pt x="2179" y="1675"/>
                    <a:pt x="2179" y="1079"/>
                  </a:cubicBezTo>
                  <a:cubicBezTo>
                    <a:pt x="2144" y="1020"/>
                    <a:pt x="2144" y="960"/>
                    <a:pt x="2132" y="889"/>
                  </a:cubicBezTo>
                  <a:cubicBezTo>
                    <a:pt x="2121" y="802"/>
                    <a:pt x="2040" y="744"/>
                    <a:pt x="1963" y="744"/>
                  </a:cubicBezTo>
                  <a:cubicBezTo>
                    <a:pt x="1955" y="744"/>
                    <a:pt x="1948" y="745"/>
                    <a:pt x="1941" y="746"/>
                  </a:cubicBezTo>
                  <a:cubicBezTo>
                    <a:pt x="1846" y="770"/>
                    <a:pt x="1786" y="853"/>
                    <a:pt x="1810" y="948"/>
                  </a:cubicBezTo>
                  <a:cubicBezTo>
                    <a:pt x="1883" y="1428"/>
                    <a:pt x="1488" y="1811"/>
                    <a:pt x="1059" y="1811"/>
                  </a:cubicBezTo>
                  <a:cubicBezTo>
                    <a:pt x="923" y="1811"/>
                    <a:pt x="784" y="1772"/>
                    <a:pt x="655" y="1687"/>
                  </a:cubicBezTo>
                  <a:cubicBezTo>
                    <a:pt x="48" y="1282"/>
                    <a:pt x="346" y="329"/>
                    <a:pt x="1072" y="329"/>
                  </a:cubicBezTo>
                  <a:cubicBezTo>
                    <a:pt x="1239" y="329"/>
                    <a:pt x="1405" y="389"/>
                    <a:pt x="1536" y="496"/>
                  </a:cubicBezTo>
                  <a:cubicBezTo>
                    <a:pt x="1567" y="522"/>
                    <a:pt x="1605" y="534"/>
                    <a:pt x="1642" y="534"/>
                  </a:cubicBezTo>
                  <a:cubicBezTo>
                    <a:pt x="1692" y="534"/>
                    <a:pt x="1741" y="513"/>
                    <a:pt x="1774" y="472"/>
                  </a:cubicBezTo>
                  <a:cubicBezTo>
                    <a:pt x="1834" y="389"/>
                    <a:pt x="1822" y="294"/>
                    <a:pt x="1751" y="234"/>
                  </a:cubicBezTo>
                  <a:cubicBezTo>
                    <a:pt x="1545" y="73"/>
                    <a:pt x="1313" y="1"/>
                    <a:pt x="108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2"/>
                </a:solidFill>
              </a:endParaRPr>
            </a:p>
          </p:txBody>
        </p:sp>
        <p:sp>
          <p:nvSpPr>
            <p:cNvPr id="56" name="Google Shape;10335;p58"/>
            <p:cNvSpPr/>
            <p:nvPr/>
          </p:nvSpPr>
          <p:spPr>
            <a:xfrm>
              <a:off x="1284212" y="1963766"/>
              <a:ext cx="379489" cy="366046"/>
            </a:xfrm>
            <a:custGeom>
              <a:avLst/>
              <a:gdLst/>
              <a:ahLst/>
              <a:cxnLst/>
              <a:rect l="l" t="t" r="r" b="b"/>
              <a:pathLst>
                <a:path w="11913" h="11491" extrusionOk="0">
                  <a:moveTo>
                    <a:pt x="1031" y="2185"/>
                  </a:moveTo>
                  <a:cubicBezTo>
                    <a:pt x="1151" y="2185"/>
                    <a:pt x="1275" y="2224"/>
                    <a:pt x="1387" y="2311"/>
                  </a:cubicBezTo>
                  <a:cubicBezTo>
                    <a:pt x="1625" y="2489"/>
                    <a:pt x="1673" y="2834"/>
                    <a:pt x="1506" y="3084"/>
                  </a:cubicBezTo>
                  <a:cubicBezTo>
                    <a:pt x="1389" y="3256"/>
                    <a:pt x="1207" y="3337"/>
                    <a:pt x="1026" y="3337"/>
                  </a:cubicBezTo>
                  <a:cubicBezTo>
                    <a:pt x="767" y="3337"/>
                    <a:pt x="510" y="3171"/>
                    <a:pt x="447" y="2870"/>
                  </a:cubicBezTo>
                  <a:cubicBezTo>
                    <a:pt x="376" y="2492"/>
                    <a:pt x="689" y="2185"/>
                    <a:pt x="1031" y="2185"/>
                  </a:cubicBezTo>
                  <a:close/>
                  <a:moveTo>
                    <a:pt x="4269" y="3025"/>
                  </a:moveTo>
                  <a:cubicBezTo>
                    <a:pt x="4364" y="3073"/>
                    <a:pt x="5435" y="3680"/>
                    <a:pt x="5519" y="3739"/>
                  </a:cubicBezTo>
                  <a:lnTo>
                    <a:pt x="4269" y="4454"/>
                  </a:lnTo>
                  <a:lnTo>
                    <a:pt x="4269" y="3025"/>
                  </a:lnTo>
                  <a:close/>
                  <a:moveTo>
                    <a:pt x="7448" y="3025"/>
                  </a:moveTo>
                  <a:lnTo>
                    <a:pt x="7448" y="4454"/>
                  </a:lnTo>
                  <a:lnTo>
                    <a:pt x="6197" y="3739"/>
                  </a:lnTo>
                  <a:lnTo>
                    <a:pt x="7448" y="3025"/>
                  </a:lnTo>
                  <a:close/>
                  <a:moveTo>
                    <a:pt x="2550" y="2268"/>
                  </a:moveTo>
                  <a:cubicBezTo>
                    <a:pt x="2817" y="2268"/>
                    <a:pt x="3085" y="2336"/>
                    <a:pt x="3328" y="2477"/>
                  </a:cubicBezTo>
                  <a:cubicBezTo>
                    <a:pt x="3697" y="2692"/>
                    <a:pt x="3566" y="2608"/>
                    <a:pt x="3935" y="2811"/>
                  </a:cubicBezTo>
                  <a:lnTo>
                    <a:pt x="3935" y="4644"/>
                  </a:lnTo>
                  <a:lnTo>
                    <a:pt x="2328" y="5573"/>
                  </a:lnTo>
                  <a:lnTo>
                    <a:pt x="1744" y="5240"/>
                  </a:lnTo>
                  <a:cubicBezTo>
                    <a:pt x="1375" y="5037"/>
                    <a:pt x="1125" y="4692"/>
                    <a:pt x="1006" y="4275"/>
                  </a:cubicBezTo>
                  <a:cubicBezTo>
                    <a:pt x="947" y="4085"/>
                    <a:pt x="923" y="3870"/>
                    <a:pt x="959" y="3680"/>
                  </a:cubicBezTo>
                  <a:lnTo>
                    <a:pt x="959" y="3680"/>
                  </a:lnTo>
                  <a:cubicBezTo>
                    <a:pt x="981" y="3681"/>
                    <a:pt x="1003" y="3682"/>
                    <a:pt x="1025" y="3682"/>
                  </a:cubicBezTo>
                  <a:cubicBezTo>
                    <a:pt x="1659" y="3682"/>
                    <a:pt x="2129" y="3028"/>
                    <a:pt x="1875" y="2418"/>
                  </a:cubicBezTo>
                  <a:cubicBezTo>
                    <a:pt x="2090" y="2319"/>
                    <a:pt x="2320" y="2268"/>
                    <a:pt x="2550" y="2268"/>
                  </a:cubicBezTo>
                  <a:close/>
                  <a:moveTo>
                    <a:pt x="9186" y="2275"/>
                  </a:moveTo>
                  <a:cubicBezTo>
                    <a:pt x="10067" y="2275"/>
                    <a:pt x="10781" y="2977"/>
                    <a:pt x="10781" y="3858"/>
                  </a:cubicBezTo>
                  <a:cubicBezTo>
                    <a:pt x="10781" y="4418"/>
                    <a:pt x="10460" y="4954"/>
                    <a:pt x="9972" y="5240"/>
                  </a:cubicBezTo>
                  <a:lnTo>
                    <a:pt x="9400" y="5573"/>
                  </a:lnTo>
                  <a:cubicBezTo>
                    <a:pt x="9186" y="5454"/>
                    <a:pt x="7983" y="4751"/>
                    <a:pt x="7793" y="4644"/>
                  </a:cubicBezTo>
                  <a:lnTo>
                    <a:pt x="7793" y="2834"/>
                  </a:lnTo>
                  <a:cubicBezTo>
                    <a:pt x="8245" y="2596"/>
                    <a:pt x="8567" y="2275"/>
                    <a:pt x="9186" y="2275"/>
                  </a:cubicBezTo>
                  <a:close/>
                  <a:moveTo>
                    <a:pt x="3935" y="5013"/>
                  </a:moveTo>
                  <a:lnTo>
                    <a:pt x="3935" y="6478"/>
                  </a:lnTo>
                  <a:lnTo>
                    <a:pt x="2673" y="5751"/>
                  </a:lnTo>
                  <a:lnTo>
                    <a:pt x="3935" y="5013"/>
                  </a:lnTo>
                  <a:close/>
                  <a:moveTo>
                    <a:pt x="7793" y="5037"/>
                  </a:moveTo>
                  <a:cubicBezTo>
                    <a:pt x="7948" y="5120"/>
                    <a:pt x="8900" y="5668"/>
                    <a:pt x="9055" y="5763"/>
                  </a:cubicBezTo>
                  <a:lnTo>
                    <a:pt x="7793" y="6490"/>
                  </a:lnTo>
                  <a:lnTo>
                    <a:pt x="7793" y="5037"/>
                  </a:lnTo>
                  <a:close/>
                  <a:moveTo>
                    <a:pt x="5852" y="3918"/>
                  </a:moveTo>
                  <a:lnTo>
                    <a:pt x="7448" y="4823"/>
                  </a:lnTo>
                  <a:lnTo>
                    <a:pt x="7448" y="6668"/>
                  </a:lnTo>
                  <a:lnTo>
                    <a:pt x="5852" y="7573"/>
                  </a:lnTo>
                  <a:lnTo>
                    <a:pt x="4257" y="6668"/>
                  </a:lnTo>
                  <a:lnTo>
                    <a:pt x="4257" y="4823"/>
                  </a:lnTo>
                  <a:lnTo>
                    <a:pt x="5852" y="3918"/>
                  </a:lnTo>
                  <a:close/>
                  <a:moveTo>
                    <a:pt x="7448" y="7061"/>
                  </a:moveTo>
                  <a:lnTo>
                    <a:pt x="7448" y="8490"/>
                  </a:lnTo>
                  <a:cubicBezTo>
                    <a:pt x="7352" y="8442"/>
                    <a:pt x="6281" y="7835"/>
                    <a:pt x="6197" y="7776"/>
                  </a:cubicBezTo>
                  <a:lnTo>
                    <a:pt x="7448" y="7061"/>
                  </a:lnTo>
                  <a:close/>
                  <a:moveTo>
                    <a:pt x="4269" y="7073"/>
                  </a:moveTo>
                  <a:lnTo>
                    <a:pt x="5519" y="7787"/>
                  </a:lnTo>
                  <a:lnTo>
                    <a:pt x="4269" y="8502"/>
                  </a:lnTo>
                  <a:lnTo>
                    <a:pt x="4269" y="7073"/>
                  </a:lnTo>
                  <a:close/>
                  <a:moveTo>
                    <a:pt x="9376" y="5954"/>
                  </a:moveTo>
                  <a:lnTo>
                    <a:pt x="9960" y="6287"/>
                  </a:lnTo>
                  <a:cubicBezTo>
                    <a:pt x="10329" y="6490"/>
                    <a:pt x="10579" y="6835"/>
                    <a:pt x="10710" y="7252"/>
                  </a:cubicBezTo>
                  <a:cubicBezTo>
                    <a:pt x="10746" y="7430"/>
                    <a:pt x="10757" y="7609"/>
                    <a:pt x="10757" y="7787"/>
                  </a:cubicBezTo>
                  <a:cubicBezTo>
                    <a:pt x="10736" y="7786"/>
                    <a:pt x="10714" y="7785"/>
                    <a:pt x="10693" y="7785"/>
                  </a:cubicBezTo>
                  <a:cubicBezTo>
                    <a:pt x="10049" y="7785"/>
                    <a:pt x="9612" y="8474"/>
                    <a:pt x="9888" y="9085"/>
                  </a:cubicBezTo>
                  <a:cubicBezTo>
                    <a:pt x="9662" y="9190"/>
                    <a:pt x="9412" y="9249"/>
                    <a:pt x="9161" y="9249"/>
                  </a:cubicBezTo>
                  <a:cubicBezTo>
                    <a:pt x="8898" y="9249"/>
                    <a:pt x="8632" y="9184"/>
                    <a:pt x="8388" y="9038"/>
                  </a:cubicBezTo>
                  <a:cubicBezTo>
                    <a:pt x="8007" y="8811"/>
                    <a:pt x="8138" y="8907"/>
                    <a:pt x="7769" y="8692"/>
                  </a:cubicBezTo>
                  <a:lnTo>
                    <a:pt x="7769" y="6883"/>
                  </a:lnTo>
                  <a:lnTo>
                    <a:pt x="9376" y="5954"/>
                  </a:lnTo>
                  <a:close/>
                  <a:moveTo>
                    <a:pt x="10731" y="8111"/>
                  </a:moveTo>
                  <a:cubicBezTo>
                    <a:pt x="10841" y="8111"/>
                    <a:pt x="10950" y="8142"/>
                    <a:pt x="11043" y="8204"/>
                  </a:cubicBezTo>
                  <a:cubicBezTo>
                    <a:pt x="11484" y="8502"/>
                    <a:pt x="11329" y="9157"/>
                    <a:pt x="10841" y="9264"/>
                  </a:cubicBezTo>
                  <a:cubicBezTo>
                    <a:pt x="10802" y="9271"/>
                    <a:pt x="10764" y="9275"/>
                    <a:pt x="10726" y="9275"/>
                  </a:cubicBezTo>
                  <a:cubicBezTo>
                    <a:pt x="10276" y="9275"/>
                    <a:pt x="9982" y="8767"/>
                    <a:pt x="10246" y="8371"/>
                  </a:cubicBezTo>
                  <a:cubicBezTo>
                    <a:pt x="10358" y="8199"/>
                    <a:pt x="10545" y="8111"/>
                    <a:pt x="10731" y="8111"/>
                  </a:cubicBezTo>
                  <a:close/>
                  <a:moveTo>
                    <a:pt x="5852" y="7978"/>
                  </a:moveTo>
                  <a:cubicBezTo>
                    <a:pt x="6043" y="8097"/>
                    <a:pt x="7233" y="8764"/>
                    <a:pt x="7448" y="8883"/>
                  </a:cubicBezTo>
                  <a:lnTo>
                    <a:pt x="7448" y="9585"/>
                  </a:lnTo>
                  <a:cubicBezTo>
                    <a:pt x="7448" y="10466"/>
                    <a:pt x="6733" y="11181"/>
                    <a:pt x="5852" y="11181"/>
                  </a:cubicBezTo>
                  <a:cubicBezTo>
                    <a:pt x="4971" y="11181"/>
                    <a:pt x="4257" y="10466"/>
                    <a:pt x="4257" y="9585"/>
                  </a:cubicBezTo>
                  <a:lnTo>
                    <a:pt x="4257" y="8883"/>
                  </a:lnTo>
                  <a:lnTo>
                    <a:pt x="5852" y="7978"/>
                  </a:lnTo>
                  <a:close/>
                  <a:moveTo>
                    <a:pt x="5852" y="1"/>
                  </a:moveTo>
                  <a:cubicBezTo>
                    <a:pt x="4792" y="1"/>
                    <a:pt x="3935" y="870"/>
                    <a:pt x="3935" y="1918"/>
                  </a:cubicBezTo>
                  <a:lnTo>
                    <a:pt x="3935" y="2430"/>
                  </a:lnTo>
                  <a:cubicBezTo>
                    <a:pt x="3649" y="2263"/>
                    <a:pt x="3757" y="2322"/>
                    <a:pt x="3483" y="2180"/>
                  </a:cubicBezTo>
                  <a:cubicBezTo>
                    <a:pt x="3183" y="2005"/>
                    <a:pt x="2854" y="1922"/>
                    <a:pt x="2529" y="1922"/>
                  </a:cubicBezTo>
                  <a:cubicBezTo>
                    <a:pt x="2235" y="1922"/>
                    <a:pt x="1945" y="1990"/>
                    <a:pt x="1685" y="2120"/>
                  </a:cubicBezTo>
                  <a:cubicBezTo>
                    <a:pt x="1491" y="1915"/>
                    <a:pt x="1256" y="1827"/>
                    <a:pt x="1027" y="1827"/>
                  </a:cubicBezTo>
                  <a:cubicBezTo>
                    <a:pt x="497" y="1827"/>
                    <a:pt x="0" y="2303"/>
                    <a:pt x="125" y="2918"/>
                  </a:cubicBezTo>
                  <a:cubicBezTo>
                    <a:pt x="185" y="3215"/>
                    <a:pt x="375" y="3454"/>
                    <a:pt x="625" y="3573"/>
                  </a:cubicBezTo>
                  <a:cubicBezTo>
                    <a:pt x="530" y="4335"/>
                    <a:pt x="887" y="5109"/>
                    <a:pt x="1578" y="5501"/>
                  </a:cubicBezTo>
                  <a:cubicBezTo>
                    <a:pt x="1816" y="5644"/>
                    <a:pt x="1744" y="5597"/>
                    <a:pt x="1983" y="5728"/>
                  </a:cubicBezTo>
                  <a:lnTo>
                    <a:pt x="1578" y="5954"/>
                  </a:lnTo>
                  <a:cubicBezTo>
                    <a:pt x="982" y="6299"/>
                    <a:pt x="613" y="6942"/>
                    <a:pt x="613" y="7633"/>
                  </a:cubicBezTo>
                  <a:cubicBezTo>
                    <a:pt x="613" y="8633"/>
                    <a:pt x="1375" y="9466"/>
                    <a:pt x="2375" y="9538"/>
                  </a:cubicBezTo>
                  <a:lnTo>
                    <a:pt x="2387" y="9538"/>
                  </a:lnTo>
                  <a:cubicBezTo>
                    <a:pt x="2471" y="9538"/>
                    <a:pt x="2554" y="9478"/>
                    <a:pt x="2554" y="9395"/>
                  </a:cubicBezTo>
                  <a:cubicBezTo>
                    <a:pt x="2566" y="9300"/>
                    <a:pt x="2495" y="9216"/>
                    <a:pt x="2399" y="9216"/>
                  </a:cubicBezTo>
                  <a:cubicBezTo>
                    <a:pt x="1578" y="9145"/>
                    <a:pt x="959" y="8454"/>
                    <a:pt x="959" y="7633"/>
                  </a:cubicBezTo>
                  <a:cubicBezTo>
                    <a:pt x="959" y="7073"/>
                    <a:pt x="1268" y="6537"/>
                    <a:pt x="1756" y="6252"/>
                  </a:cubicBezTo>
                  <a:lnTo>
                    <a:pt x="2340" y="5918"/>
                  </a:lnTo>
                  <a:lnTo>
                    <a:pt x="3947" y="6847"/>
                  </a:lnTo>
                  <a:lnTo>
                    <a:pt x="3947" y="8657"/>
                  </a:lnTo>
                  <a:cubicBezTo>
                    <a:pt x="3411" y="8954"/>
                    <a:pt x="3280" y="9061"/>
                    <a:pt x="3030" y="9157"/>
                  </a:cubicBezTo>
                  <a:cubicBezTo>
                    <a:pt x="2935" y="9180"/>
                    <a:pt x="2887" y="9276"/>
                    <a:pt x="2911" y="9359"/>
                  </a:cubicBezTo>
                  <a:cubicBezTo>
                    <a:pt x="2932" y="9443"/>
                    <a:pt x="3008" y="9480"/>
                    <a:pt x="3082" y="9480"/>
                  </a:cubicBezTo>
                  <a:cubicBezTo>
                    <a:pt x="3093" y="9480"/>
                    <a:pt x="3103" y="9480"/>
                    <a:pt x="3114" y="9478"/>
                  </a:cubicBezTo>
                  <a:cubicBezTo>
                    <a:pt x="3423" y="9395"/>
                    <a:pt x="3578" y="9252"/>
                    <a:pt x="3947" y="9061"/>
                  </a:cubicBezTo>
                  <a:lnTo>
                    <a:pt x="3947" y="9573"/>
                  </a:lnTo>
                  <a:cubicBezTo>
                    <a:pt x="3947" y="10621"/>
                    <a:pt x="4816" y="11490"/>
                    <a:pt x="5864" y="11490"/>
                  </a:cubicBezTo>
                  <a:cubicBezTo>
                    <a:pt x="6924" y="11490"/>
                    <a:pt x="7793" y="10621"/>
                    <a:pt x="7793" y="9573"/>
                  </a:cubicBezTo>
                  <a:lnTo>
                    <a:pt x="7793" y="9085"/>
                  </a:lnTo>
                  <a:cubicBezTo>
                    <a:pt x="8269" y="9347"/>
                    <a:pt x="8591" y="9585"/>
                    <a:pt x="9186" y="9585"/>
                  </a:cubicBezTo>
                  <a:cubicBezTo>
                    <a:pt x="9495" y="9585"/>
                    <a:pt x="9829" y="9514"/>
                    <a:pt x="10115" y="9359"/>
                  </a:cubicBezTo>
                  <a:cubicBezTo>
                    <a:pt x="10277" y="9521"/>
                    <a:pt x="10500" y="9615"/>
                    <a:pt x="10736" y="9615"/>
                  </a:cubicBezTo>
                  <a:cubicBezTo>
                    <a:pt x="10794" y="9615"/>
                    <a:pt x="10853" y="9609"/>
                    <a:pt x="10912" y="9597"/>
                  </a:cubicBezTo>
                  <a:cubicBezTo>
                    <a:pt x="11781" y="9419"/>
                    <a:pt x="11912" y="8216"/>
                    <a:pt x="11091" y="7847"/>
                  </a:cubicBezTo>
                  <a:cubicBezTo>
                    <a:pt x="11162" y="7121"/>
                    <a:pt x="10805" y="6371"/>
                    <a:pt x="10138" y="5990"/>
                  </a:cubicBezTo>
                  <a:cubicBezTo>
                    <a:pt x="9900" y="5847"/>
                    <a:pt x="9972" y="5894"/>
                    <a:pt x="9734" y="5763"/>
                  </a:cubicBezTo>
                  <a:lnTo>
                    <a:pt x="10138" y="5537"/>
                  </a:lnTo>
                  <a:cubicBezTo>
                    <a:pt x="11067" y="5013"/>
                    <a:pt x="11377" y="3823"/>
                    <a:pt x="10853" y="2906"/>
                  </a:cubicBezTo>
                  <a:cubicBezTo>
                    <a:pt x="10507" y="2311"/>
                    <a:pt x="9876" y="1941"/>
                    <a:pt x="9174" y="1941"/>
                  </a:cubicBezTo>
                  <a:cubicBezTo>
                    <a:pt x="8471" y="1941"/>
                    <a:pt x="8067" y="2311"/>
                    <a:pt x="7769" y="2442"/>
                  </a:cubicBezTo>
                  <a:cubicBezTo>
                    <a:pt x="7757" y="2025"/>
                    <a:pt x="7805" y="1834"/>
                    <a:pt x="7733" y="1525"/>
                  </a:cubicBezTo>
                  <a:cubicBezTo>
                    <a:pt x="7711" y="1438"/>
                    <a:pt x="7640" y="1380"/>
                    <a:pt x="7546" y="1380"/>
                  </a:cubicBezTo>
                  <a:cubicBezTo>
                    <a:pt x="7537" y="1380"/>
                    <a:pt x="7528" y="1381"/>
                    <a:pt x="7519" y="1382"/>
                  </a:cubicBezTo>
                  <a:cubicBezTo>
                    <a:pt x="7436" y="1406"/>
                    <a:pt x="7376" y="1489"/>
                    <a:pt x="7388" y="1596"/>
                  </a:cubicBezTo>
                  <a:cubicBezTo>
                    <a:pt x="7448" y="1858"/>
                    <a:pt x="7412" y="2013"/>
                    <a:pt x="7436" y="2632"/>
                  </a:cubicBezTo>
                  <a:lnTo>
                    <a:pt x="5840" y="3549"/>
                  </a:lnTo>
                  <a:lnTo>
                    <a:pt x="4245" y="2632"/>
                  </a:lnTo>
                  <a:lnTo>
                    <a:pt x="4245" y="1941"/>
                  </a:lnTo>
                  <a:cubicBezTo>
                    <a:pt x="4245" y="1060"/>
                    <a:pt x="4959" y="346"/>
                    <a:pt x="5840" y="346"/>
                  </a:cubicBezTo>
                  <a:cubicBezTo>
                    <a:pt x="6364" y="346"/>
                    <a:pt x="6840" y="596"/>
                    <a:pt x="7150" y="1025"/>
                  </a:cubicBezTo>
                  <a:cubicBezTo>
                    <a:pt x="7186" y="1076"/>
                    <a:pt x="7241" y="1100"/>
                    <a:pt x="7294" y="1100"/>
                  </a:cubicBezTo>
                  <a:cubicBezTo>
                    <a:pt x="7328" y="1100"/>
                    <a:pt x="7360" y="1091"/>
                    <a:pt x="7388" y="1072"/>
                  </a:cubicBezTo>
                  <a:cubicBezTo>
                    <a:pt x="7459" y="1013"/>
                    <a:pt x="7471" y="906"/>
                    <a:pt x="7436" y="834"/>
                  </a:cubicBezTo>
                  <a:cubicBezTo>
                    <a:pt x="7078" y="310"/>
                    <a:pt x="6483" y="1"/>
                    <a:pt x="58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</p:grpSp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54" name="Google Shape;258;p31"/>
          <p:cNvCxnSpPr/>
          <p:nvPr/>
        </p:nvCxnSpPr>
        <p:spPr>
          <a:xfrm>
            <a:off x="1029794" y="473489"/>
            <a:ext cx="0" cy="7263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57" name="Google Shape;260;p31"/>
          <p:cNvGrpSpPr/>
          <p:nvPr/>
        </p:nvGrpSpPr>
        <p:grpSpPr>
          <a:xfrm>
            <a:off x="501355" y="604619"/>
            <a:ext cx="379958" cy="379958"/>
            <a:chOff x="1190625" y="238125"/>
            <a:chExt cx="5219200" cy="5219200"/>
          </a:xfrm>
        </p:grpSpPr>
        <p:sp>
          <p:nvSpPr>
            <p:cNvPr id="58" name="Google Shape;261;p31"/>
            <p:cNvSpPr/>
            <p:nvPr/>
          </p:nvSpPr>
          <p:spPr>
            <a:xfrm>
              <a:off x="2188775" y="1236275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262;p31"/>
            <p:cNvSpPr/>
            <p:nvPr/>
          </p:nvSpPr>
          <p:spPr>
            <a:xfrm>
              <a:off x="5258300" y="1236275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" name="Google Shape;263;p31"/>
            <p:cNvSpPr/>
            <p:nvPr/>
          </p:nvSpPr>
          <p:spPr>
            <a:xfrm>
              <a:off x="2188775" y="4305800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" name="Google Shape;264;p31"/>
            <p:cNvSpPr/>
            <p:nvPr/>
          </p:nvSpPr>
          <p:spPr>
            <a:xfrm>
              <a:off x="5258300" y="4305800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" name="Google Shape;265;p31"/>
            <p:cNvSpPr/>
            <p:nvPr/>
          </p:nvSpPr>
          <p:spPr>
            <a:xfrm>
              <a:off x="2188775" y="1236275"/>
              <a:ext cx="3222875" cy="3222875"/>
            </a:xfrm>
            <a:custGeom>
              <a:avLst/>
              <a:gdLst/>
              <a:ahLst/>
              <a:cxnLst/>
              <a:rect l="l" t="t" r="r" b="b"/>
              <a:pathLst>
                <a:path w="128915" h="128915" extrusionOk="0">
                  <a:moveTo>
                    <a:pt x="110517" y="6133"/>
                  </a:moveTo>
                  <a:lnTo>
                    <a:pt x="110517" y="18398"/>
                  </a:lnTo>
                  <a:lnTo>
                    <a:pt x="122782" y="18398"/>
                  </a:lnTo>
                  <a:lnTo>
                    <a:pt x="122782" y="110517"/>
                  </a:lnTo>
                  <a:lnTo>
                    <a:pt x="110517" y="110517"/>
                  </a:lnTo>
                  <a:lnTo>
                    <a:pt x="110517" y="122782"/>
                  </a:lnTo>
                  <a:lnTo>
                    <a:pt x="18398" y="122782"/>
                  </a:lnTo>
                  <a:lnTo>
                    <a:pt x="18398" y="110517"/>
                  </a:lnTo>
                  <a:lnTo>
                    <a:pt x="6133" y="110517"/>
                  </a:lnTo>
                  <a:lnTo>
                    <a:pt x="6133" y="18398"/>
                  </a:lnTo>
                  <a:lnTo>
                    <a:pt x="18398" y="18398"/>
                  </a:lnTo>
                  <a:lnTo>
                    <a:pt x="18398" y="6133"/>
                  </a:lnTo>
                  <a:close/>
                  <a:moveTo>
                    <a:pt x="12266" y="1"/>
                  </a:moveTo>
                  <a:lnTo>
                    <a:pt x="12266" y="12266"/>
                  </a:lnTo>
                  <a:lnTo>
                    <a:pt x="1" y="12266"/>
                  </a:lnTo>
                  <a:lnTo>
                    <a:pt x="1" y="116649"/>
                  </a:lnTo>
                  <a:lnTo>
                    <a:pt x="12266" y="116649"/>
                  </a:lnTo>
                  <a:lnTo>
                    <a:pt x="12266" y="128914"/>
                  </a:lnTo>
                  <a:lnTo>
                    <a:pt x="116649" y="128914"/>
                  </a:lnTo>
                  <a:lnTo>
                    <a:pt x="116649" y="116649"/>
                  </a:lnTo>
                  <a:lnTo>
                    <a:pt x="128914" y="116649"/>
                  </a:lnTo>
                  <a:lnTo>
                    <a:pt x="128914" y="12266"/>
                  </a:lnTo>
                  <a:lnTo>
                    <a:pt x="116649" y="12266"/>
                  </a:lnTo>
                  <a:lnTo>
                    <a:pt x="116649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" name="Google Shape;266;p31"/>
            <p:cNvSpPr/>
            <p:nvPr/>
          </p:nvSpPr>
          <p:spPr>
            <a:xfrm>
              <a:off x="2495400" y="1849525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" name="Google Shape;267;p31"/>
            <p:cNvSpPr/>
            <p:nvPr/>
          </p:nvSpPr>
          <p:spPr>
            <a:xfrm>
              <a:off x="2802025" y="184952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66" y="6166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" name="Google Shape;268;p31"/>
            <p:cNvSpPr/>
            <p:nvPr/>
          </p:nvSpPr>
          <p:spPr>
            <a:xfrm>
              <a:off x="3109475" y="1849525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" name="Google Shape;269;p31"/>
            <p:cNvSpPr/>
            <p:nvPr/>
          </p:nvSpPr>
          <p:spPr>
            <a:xfrm>
              <a:off x="3416100" y="184952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66" y="6166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" name="Google Shape;270;p31"/>
            <p:cNvSpPr/>
            <p:nvPr/>
          </p:nvSpPr>
          <p:spPr>
            <a:xfrm>
              <a:off x="3723550" y="1849525"/>
              <a:ext cx="153325" cy="154150"/>
            </a:xfrm>
            <a:custGeom>
              <a:avLst/>
              <a:gdLst/>
              <a:ahLst/>
              <a:cxnLst/>
              <a:rect l="l" t="t" r="r" b="b"/>
              <a:pathLst>
                <a:path w="6133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" name="Google Shape;271;p31"/>
            <p:cNvSpPr/>
            <p:nvPr/>
          </p:nvSpPr>
          <p:spPr>
            <a:xfrm>
              <a:off x="4030175" y="184952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6166" y="6166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" name="Google Shape;272;p31"/>
            <p:cNvSpPr/>
            <p:nvPr/>
          </p:nvSpPr>
          <p:spPr>
            <a:xfrm>
              <a:off x="4337625" y="1849525"/>
              <a:ext cx="153325" cy="154150"/>
            </a:xfrm>
            <a:custGeom>
              <a:avLst/>
              <a:gdLst/>
              <a:ahLst/>
              <a:cxnLst/>
              <a:rect l="l" t="t" r="r" b="b"/>
              <a:pathLst>
                <a:path w="6133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" name="Google Shape;273;p31"/>
            <p:cNvSpPr/>
            <p:nvPr/>
          </p:nvSpPr>
          <p:spPr>
            <a:xfrm>
              <a:off x="4644250" y="184952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6165" y="6166"/>
                  </a:lnTo>
                  <a:lnTo>
                    <a:pt x="6165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" name="Google Shape;274;p31"/>
            <p:cNvSpPr/>
            <p:nvPr/>
          </p:nvSpPr>
          <p:spPr>
            <a:xfrm>
              <a:off x="2802025" y="1542900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" name="Google Shape;275;p31"/>
            <p:cNvSpPr/>
            <p:nvPr/>
          </p:nvSpPr>
          <p:spPr>
            <a:xfrm>
              <a:off x="3109475" y="1542900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" name="Google Shape;276;p31"/>
            <p:cNvSpPr/>
            <p:nvPr/>
          </p:nvSpPr>
          <p:spPr>
            <a:xfrm>
              <a:off x="3416100" y="1542900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" name="Google Shape;277;p31"/>
            <p:cNvSpPr/>
            <p:nvPr/>
          </p:nvSpPr>
          <p:spPr>
            <a:xfrm>
              <a:off x="3723550" y="1542900"/>
              <a:ext cx="153325" cy="153350"/>
            </a:xfrm>
            <a:custGeom>
              <a:avLst/>
              <a:gdLst/>
              <a:ahLst/>
              <a:cxnLst/>
              <a:rect l="l" t="t" r="r" b="b"/>
              <a:pathLst>
                <a:path w="6133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" name="Google Shape;278;p31"/>
            <p:cNvSpPr/>
            <p:nvPr/>
          </p:nvSpPr>
          <p:spPr>
            <a:xfrm>
              <a:off x="4030175" y="1542900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" name="Google Shape;279;p31"/>
            <p:cNvSpPr/>
            <p:nvPr/>
          </p:nvSpPr>
          <p:spPr>
            <a:xfrm>
              <a:off x="4337625" y="1542900"/>
              <a:ext cx="153325" cy="153350"/>
            </a:xfrm>
            <a:custGeom>
              <a:avLst/>
              <a:gdLst/>
              <a:ahLst/>
              <a:cxnLst/>
              <a:rect l="l" t="t" r="r" b="b"/>
              <a:pathLst>
                <a:path w="6133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" name="Google Shape;280;p31"/>
            <p:cNvSpPr/>
            <p:nvPr/>
          </p:nvSpPr>
          <p:spPr>
            <a:xfrm>
              <a:off x="4644250" y="1542900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65" y="6133"/>
                  </a:lnTo>
                  <a:lnTo>
                    <a:pt x="6165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" name="Google Shape;281;p31"/>
            <p:cNvSpPr/>
            <p:nvPr/>
          </p:nvSpPr>
          <p:spPr>
            <a:xfrm>
              <a:off x="4951675" y="1849525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" name="Google Shape;282;p31"/>
            <p:cNvSpPr/>
            <p:nvPr/>
          </p:nvSpPr>
          <p:spPr>
            <a:xfrm>
              <a:off x="2495400" y="2156975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" name="Google Shape;283;p31"/>
            <p:cNvSpPr/>
            <p:nvPr/>
          </p:nvSpPr>
          <p:spPr>
            <a:xfrm>
              <a:off x="2802025" y="21569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" name="Google Shape;284;p31"/>
            <p:cNvSpPr/>
            <p:nvPr/>
          </p:nvSpPr>
          <p:spPr>
            <a:xfrm>
              <a:off x="4644250" y="2771050"/>
              <a:ext cx="154150" cy="153325"/>
            </a:xfrm>
            <a:custGeom>
              <a:avLst/>
              <a:gdLst/>
              <a:ahLst/>
              <a:cxnLst/>
              <a:rect l="l" t="t" r="r" b="b"/>
              <a:pathLst>
                <a:path w="6166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6165" y="6133"/>
                  </a:lnTo>
                  <a:lnTo>
                    <a:pt x="6165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" name="Google Shape;285;p31"/>
            <p:cNvSpPr/>
            <p:nvPr/>
          </p:nvSpPr>
          <p:spPr>
            <a:xfrm>
              <a:off x="4644250" y="246360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6165" y="6166"/>
                  </a:lnTo>
                  <a:lnTo>
                    <a:pt x="6165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" name="Google Shape;286;p31"/>
            <p:cNvSpPr/>
            <p:nvPr/>
          </p:nvSpPr>
          <p:spPr>
            <a:xfrm>
              <a:off x="4644250" y="307767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0"/>
                  </a:moveTo>
                  <a:lnTo>
                    <a:pt x="0" y="6166"/>
                  </a:lnTo>
                  <a:lnTo>
                    <a:pt x="6165" y="6166"/>
                  </a:lnTo>
                  <a:lnTo>
                    <a:pt x="6165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" name="Google Shape;287;p31"/>
            <p:cNvSpPr/>
            <p:nvPr/>
          </p:nvSpPr>
          <p:spPr>
            <a:xfrm>
              <a:off x="4644250" y="3385125"/>
              <a:ext cx="154150" cy="153325"/>
            </a:xfrm>
            <a:custGeom>
              <a:avLst/>
              <a:gdLst/>
              <a:ahLst/>
              <a:cxnLst/>
              <a:rect l="l" t="t" r="r" b="b"/>
              <a:pathLst>
                <a:path w="6166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6165" y="6133"/>
                  </a:lnTo>
                  <a:lnTo>
                    <a:pt x="6165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" name="Google Shape;288;p31"/>
            <p:cNvSpPr/>
            <p:nvPr/>
          </p:nvSpPr>
          <p:spPr>
            <a:xfrm>
              <a:off x="4951675" y="2771050"/>
              <a:ext cx="153350" cy="153325"/>
            </a:xfrm>
            <a:custGeom>
              <a:avLst/>
              <a:gdLst/>
              <a:ahLst/>
              <a:cxnLst/>
              <a:rect l="l" t="t" r="r" b="b"/>
              <a:pathLst>
                <a:path w="6134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" name="Google Shape;289;p31"/>
            <p:cNvSpPr/>
            <p:nvPr/>
          </p:nvSpPr>
          <p:spPr>
            <a:xfrm>
              <a:off x="4951675" y="2463600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" name="Google Shape;290;p31"/>
            <p:cNvSpPr/>
            <p:nvPr/>
          </p:nvSpPr>
          <p:spPr>
            <a:xfrm>
              <a:off x="4951675" y="3077675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0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" name="Google Shape;291;p31"/>
            <p:cNvSpPr/>
            <p:nvPr/>
          </p:nvSpPr>
          <p:spPr>
            <a:xfrm>
              <a:off x="4951675" y="3385125"/>
              <a:ext cx="153350" cy="153325"/>
            </a:xfrm>
            <a:custGeom>
              <a:avLst/>
              <a:gdLst/>
              <a:ahLst/>
              <a:cxnLst/>
              <a:rect l="l" t="t" r="r" b="b"/>
              <a:pathLst>
                <a:path w="6134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" name="Google Shape;292;p31"/>
            <p:cNvSpPr/>
            <p:nvPr/>
          </p:nvSpPr>
          <p:spPr>
            <a:xfrm>
              <a:off x="4644250" y="21569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65" y="6133"/>
                  </a:lnTo>
                  <a:lnTo>
                    <a:pt x="6165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" name="Google Shape;293;p31"/>
            <p:cNvSpPr/>
            <p:nvPr/>
          </p:nvSpPr>
          <p:spPr>
            <a:xfrm>
              <a:off x="4951675" y="2156975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" name="Google Shape;294;p31"/>
            <p:cNvSpPr/>
            <p:nvPr/>
          </p:nvSpPr>
          <p:spPr>
            <a:xfrm>
              <a:off x="2495400" y="3691750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0"/>
                  </a:moveTo>
                  <a:lnTo>
                    <a:pt x="1" y="6165"/>
                  </a:lnTo>
                  <a:lnTo>
                    <a:pt x="6133" y="6165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" name="Google Shape;295;p31"/>
            <p:cNvSpPr/>
            <p:nvPr/>
          </p:nvSpPr>
          <p:spPr>
            <a:xfrm>
              <a:off x="2802025" y="369175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0"/>
                  </a:moveTo>
                  <a:lnTo>
                    <a:pt x="1" y="6165"/>
                  </a:lnTo>
                  <a:lnTo>
                    <a:pt x="6166" y="6165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" name="Google Shape;296;p31"/>
            <p:cNvSpPr/>
            <p:nvPr/>
          </p:nvSpPr>
          <p:spPr>
            <a:xfrm>
              <a:off x="3109475" y="3691750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0"/>
                  </a:moveTo>
                  <a:lnTo>
                    <a:pt x="1" y="6165"/>
                  </a:lnTo>
                  <a:lnTo>
                    <a:pt x="6133" y="6165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" name="Google Shape;297;p31"/>
            <p:cNvSpPr/>
            <p:nvPr/>
          </p:nvSpPr>
          <p:spPr>
            <a:xfrm>
              <a:off x="3416100" y="369175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0"/>
                  </a:moveTo>
                  <a:lnTo>
                    <a:pt x="1" y="6165"/>
                  </a:lnTo>
                  <a:lnTo>
                    <a:pt x="6166" y="6165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" name="Google Shape;298;p31"/>
            <p:cNvSpPr/>
            <p:nvPr/>
          </p:nvSpPr>
          <p:spPr>
            <a:xfrm>
              <a:off x="3723550" y="3691750"/>
              <a:ext cx="153325" cy="154150"/>
            </a:xfrm>
            <a:custGeom>
              <a:avLst/>
              <a:gdLst/>
              <a:ahLst/>
              <a:cxnLst/>
              <a:rect l="l" t="t" r="r" b="b"/>
              <a:pathLst>
                <a:path w="6133" h="6166" extrusionOk="0">
                  <a:moveTo>
                    <a:pt x="0" y="0"/>
                  </a:moveTo>
                  <a:lnTo>
                    <a:pt x="0" y="6165"/>
                  </a:lnTo>
                  <a:lnTo>
                    <a:pt x="6133" y="6165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" name="Google Shape;299;p31"/>
            <p:cNvSpPr/>
            <p:nvPr/>
          </p:nvSpPr>
          <p:spPr>
            <a:xfrm>
              <a:off x="4030175" y="369175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0"/>
                  </a:moveTo>
                  <a:lnTo>
                    <a:pt x="0" y="6165"/>
                  </a:lnTo>
                  <a:lnTo>
                    <a:pt x="6166" y="6165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" name="Google Shape;300;p31"/>
            <p:cNvSpPr/>
            <p:nvPr/>
          </p:nvSpPr>
          <p:spPr>
            <a:xfrm>
              <a:off x="2495400" y="3385125"/>
              <a:ext cx="153350" cy="153325"/>
            </a:xfrm>
            <a:custGeom>
              <a:avLst/>
              <a:gdLst/>
              <a:ahLst/>
              <a:cxnLst/>
              <a:rect l="l" t="t" r="r" b="b"/>
              <a:pathLst>
                <a:path w="6134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" name="Google Shape;301;p31"/>
            <p:cNvSpPr/>
            <p:nvPr/>
          </p:nvSpPr>
          <p:spPr>
            <a:xfrm>
              <a:off x="2802025" y="3385125"/>
              <a:ext cx="154150" cy="153325"/>
            </a:xfrm>
            <a:custGeom>
              <a:avLst/>
              <a:gdLst/>
              <a:ahLst/>
              <a:cxnLst/>
              <a:rect l="l" t="t" r="r" b="b"/>
              <a:pathLst>
                <a:path w="6166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" name="Google Shape;302;p31"/>
            <p:cNvSpPr/>
            <p:nvPr/>
          </p:nvSpPr>
          <p:spPr>
            <a:xfrm>
              <a:off x="4337625" y="3691750"/>
              <a:ext cx="153325" cy="154150"/>
            </a:xfrm>
            <a:custGeom>
              <a:avLst/>
              <a:gdLst/>
              <a:ahLst/>
              <a:cxnLst/>
              <a:rect l="l" t="t" r="r" b="b"/>
              <a:pathLst>
                <a:path w="6133" h="6166" extrusionOk="0">
                  <a:moveTo>
                    <a:pt x="0" y="0"/>
                  </a:moveTo>
                  <a:lnTo>
                    <a:pt x="0" y="6165"/>
                  </a:lnTo>
                  <a:lnTo>
                    <a:pt x="6133" y="6165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" name="Google Shape;303;p31"/>
            <p:cNvSpPr/>
            <p:nvPr/>
          </p:nvSpPr>
          <p:spPr>
            <a:xfrm>
              <a:off x="4644250" y="369175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0"/>
                  </a:moveTo>
                  <a:lnTo>
                    <a:pt x="0" y="6165"/>
                  </a:lnTo>
                  <a:lnTo>
                    <a:pt x="6165" y="6165"/>
                  </a:lnTo>
                  <a:lnTo>
                    <a:pt x="6165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" name="Google Shape;304;p31"/>
            <p:cNvSpPr/>
            <p:nvPr/>
          </p:nvSpPr>
          <p:spPr>
            <a:xfrm>
              <a:off x="2802025" y="39991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" name="Google Shape;305;p31"/>
            <p:cNvSpPr/>
            <p:nvPr/>
          </p:nvSpPr>
          <p:spPr>
            <a:xfrm>
              <a:off x="3109475" y="3999175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" name="Google Shape;306;p31"/>
            <p:cNvSpPr/>
            <p:nvPr/>
          </p:nvSpPr>
          <p:spPr>
            <a:xfrm>
              <a:off x="2802025" y="2771050"/>
              <a:ext cx="154150" cy="153325"/>
            </a:xfrm>
            <a:custGeom>
              <a:avLst/>
              <a:gdLst/>
              <a:ahLst/>
              <a:cxnLst/>
              <a:rect l="l" t="t" r="r" b="b"/>
              <a:pathLst>
                <a:path w="6166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" name="Google Shape;307;p31"/>
            <p:cNvSpPr/>
            <p:nvPr/>
          </p:nvSpPr>
          <p:spPr>
            <a:xfrm>
              <a:off x="2802025" y="246360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66" y="6166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" name="Google Shape;308;p31"/>
            <p:cNvSpPr/>
            <p:nvPr/>
          </p:nvSpPr>
          <p:spPr>
            <a:xfrm>
              <a:off x="2802025" y="307767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0"/>
                  </a:moveTo>
                  <a:lnTo>
                    <a:pt x="1" y="6166"/>
                  </a:lnTo>
                  <a:lnTo>
                    <a:pt x="6166" y="6166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" name="Google Shape;309;p31"/>
            <p:cNvSpPr/>
            <p:nvPr/>
          </p:nvSpPr>
          <p:spPr>
            <a:xfrm>
              <a:off x="2495400" y="2771050"/>
              <a:ext cx="153350" cy="153325"/>
            </a:xfrm>
            <a:custGeom>
              <a:avLst/>
              <a:gdLst/>
              <a:ahLst/>
              <a:cxnLst/>
              <a:rect l="l" t="t" r="r" b="b"/>
              <a:pathLst>
                <a:path w="6134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" name="Google Shape;310;p31"/>
            <p:cNvSpPr/>
            <p:nvPr/>
          </p:nvSpPr>
          <p:spPr>
            <a:xfrm>
              <a:off x="2495400" y="2463600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" name="Google Shape;311;p31"/>
            <p:cNvSpPr/>
            <p:nvPr/>
          </p:nvSpPr>
          <p:spPr>
            <a:xfrm>
              <a:off x="2495400" y="3077675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0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" name="Google Shape;312;p31"/>
            <p:cNvSpPr/>
            <p:nvPr/>
          </p:nvSpPr>
          <p:spPr>
            <a:xfrm>
              <a:off x="3416100" y="39991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" name="Google Shape;313;p31"/>
            <p:cNvSpPr/>
            <p:nvPr/>
          </p:nvSpPr>
          <p:spPr>
            <a:xfrm>
              <a:off x="3723550" y="3999175"/>
              <a:ext cx="153325" cy="153350"/>
            </a:xfrm>
            <a:custGeom>
              <a:avLst/>
              <a:gdLst/>
              <a:ahLst/>
              <a:cxnLst/>
              <a:rect l="l" t="t" r="r" b="b"/>
              <a:pathLst>
                <a:path w="6133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" name="Google Shape;314;p31"/>
            <p:cNvSpPr/>
            <p:nvPr/>
          </p:nvSpPr>
          <p:spPr>
            <a:xfrm>
              <a:off x="4030175" y="39991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" name="Google Shape;315;p31"/>
            <p:cNvSpPr/>
            <p:nvPr/>
          </p:nvSpPr>
          <p:spPr>
            <a:xfrm>
              <a:off x="4337625" y="3999175"/>
              <a:ext cx="153325" cy="153350"/>
            </a:xfrm>
            <a:custGeom>
              <a:avLst/>
              <a:gdLst/>
              <a:ahLst/>
              <a:cxnLst/>
              <a:rect l="l" t="t" r="r" b="b"/>
              <a:pathLst>
                <a:path w="6133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" name="Google Shape;316;p31"/>
            <p:cNvSpPr/>
            <p:nvPr/>
          </p:nvSpPr>
          <p:spPr>
            <a:xfrm>
              <a:off x="4644250" y="39991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65" y="6133"/>
                  </a:lnTo>
                  <a:lnTo>
                    <a:pt x="6165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" name="Google Shape;317;p31"/>
            <p:cNvSpPr/>
            <p:nvPr/>
          </p:nvSpPr>
          <p:spPr>
            <a:xfrm>
              <a:off x="4951675" y="3691750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0"/>
                  </a:moveTo>
                  <a:lnTo>
                    <a:pt x="1" y="6165"/>
                  </a:lnTo>
                  <a:lnTo>
                    <a:pt x="6133" y="6165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" name="Google Shape;318;p31"/>
            <p:cNvSpPr/>
            <p:nvPr/>
          </p:nvSpPr>
          <p:spPr>
            <a:xfrm>
              <a:off x="1728025" y="775525"/>
              <a:ext cx="4144375" cy="4144375"/>
            </a:xfrm>
            <a:custGeom>
              <a:avLst/>
              <a:gdLst/>
              <a:ahLst/>
              <a:cxnLst/>
              <a:rect l="l" t="t" r="r" b="b"/>
              <a:pathLst>
                <a:path w="165775" h="165775" extrusionOk="0">
                  <a:moveTo>
                    <a:pt x="154097" y="12298"/>
                  </a:moveTo>
                  <a:lnTo>
                    <a:pt x="154097" y="154292"/>
                  </a:lnTo>
                  <a:lnTo>
                    <a:pt x="12102" y="154292"/>
                  </a:lnTo>
                  <a:lnTo>
                    <a:pt x="12102" y="12298"/>
                  </a:lnTo>
                  <a:close/>
                  <a:moveTo>
                    <a:pt x="14810" y="0"/>
                  </a:moveTo>
                  <a:lnTo>
                    <a:pt x="14810" y="6166"/>
                  </a:lnTo>
                  <a:lnTo>
                    <a:pt x="5970" y="6166"/>
                  </a:lnTo>
                  <a:lnTo>
                    <a:pt x="5970" y="19181"/>
                  </a:lnTo>
                  <a:lnTo>
                    <a:pt x="0" y="19181"/>
                  </a:lnTo>
                  <a:lnTo>
                    <a:pt x="0" y="25314"/>
                  </a:lnTo>
                  <a:lnTo>
                    <a:pt x="5970" y="25314"/>
                  </a:lnTo>
                  <a:lnTo>
                    <a:pt x="5970" y="37579"/>
                  </a:lnTo>
                  <a:lnTo>
                    <a:pt x="0" y="37579"/>
                  </a:lnTo>
                  <a:lnTo>
                    <a:pt x="0" y="43711"/>
                  </a:lnTo>
                  <a:lnTo>
                    <a:pt x="5970" y="43711"/>
                  </a:lnTo>
                  <a:lnTo>
                    <a:pt x="5970" y="55944"/>
                  </a:lnTo>
                  <a:lnTo>
                    <a:pt x="0" y="55944"/>
                  </a:lnTo>
                  <a:lnTo>
                    <a:pt x="0" y="62109"/>
                  </a:lnTo>
                  <a:lnTo>
                    <a:pt x="5970" y="62109"/>
                  </a:lnTo>
                  <a:lnTo>
                    <a:pt x="5970" y="74341"/>
                  </a:lnTo>
                  <a:lnTo>
                    <a:pt x="0" y="74341"/>
                  </a:lnTo>
                  <a:lnTo>
                    <a:pt x="0" y="80474"/>
                  </a:lnTo>
                  <a:lnTo>
                    <a:pt x="5970" y="80474"/>
                  </a:lnTo>
                  <a:lnTo>
                    <a:pt x="5970" y="92739"/>
                  </a:lnTo>
                  <a:lnTo>
                    <a:pt x="0" y="92739"/>
                  </a:lnTo>
                  <a:lnTo>
                    <a:pt x="0" y="98871"/>
                  </a:lnTo>
                  <a:lnTo>
                    <a:pt x="5970" y="98871"/>
                  </a:lnTo>
                  <a:lnTo>
                    <a:pt x="5970" y="111136"/>
                  </a:lnTo>
                  <a:lnTo>
                    <a:pt x="0" y="111136"/>
                  </a:lnTo>
                  <a:lnTo>
                    <a:pt x="0" y="117269"/>
                  </a:lnTo>
                  <a:lnTo>
                    <a:pt x="5970" y="117269"/>
                  </a:lnTo>
                  <a:lnTo>
                    <a:pt x="5970" y="129501"/>
                  </a:lnTo>
                  <a:lnTo>
                    <a:pt x="0" y="129501"/>
                  </a:lnTo>
                  <a:lnTo>
                    <a:pt x="0" y="135634"/>
                  </a:lnTo>
                  <a:lnTo>
                    <a:pt x="5970" y="135634"/>
                  </a:lnTo>
                  <a:lnTo>
                    <a:pt x="5970" y="147899"/>
                  </a:lnTo>
                  <a:lnTo>
                    <a:pt x="0" y="147899"/>
                  </a:lnTo>
                  <a:lnTo>
                    <a:pt x="0" y="154031"/>
                  </a:lnTo>
                  <a:lnTo>
                    <a:pt x="5970" y="154031"/>
                  </a:lnTo>
                  <a:lnTo>
                    <a:pt x="5970" y="160425"/>
                  </a:lnTo>
                  <a:lnTo>
                    <a:pt x="15332" y="160425"/>
                  </a:lnTo>
                  <a:lnTo>
                    <a:pt x="15332" y="165775"/>
                  </a:lnTo>
                  <a:lnTo>
                    <a:pt x="21497" y="165775"/>
                  </a:lnTo>
                  <a:lnTo>
                    <a:pt x="21497" y="160425"/>
                  </a:lnTo>
                  <a:lnTo>
                    <a:pt x="33729" y="160425"/>
                  </a:lnTo>
                  <a:lnTo>
                    <a:pt x="33729" y="165775"/>
                  </a:lnTo>
                  <a:lnTo>
                    <a:pt x="39862" y="165775"/>
                  </a:lnTo>
                  <a:lnTo>
                    <a:pt x="39862" y="160425"/>
                  </a:lnTo>
                  <a:lnTo>
                    <a:pt x="52127" y="160425"/>
                  </a:lnTo>
                  <a:lnTo>
                    <a:pt x="52127" y="165775"/>
                  </a:lnTo>
                  <a:lnTo>
                    <a:pt x="58260" y="165775"/>
                  </a:lnTo>
                  <a:lnTo>
                    <a:pt x="58260" y="160425"/>
                  </a:lnTo>
                  <a:lnTo>
                    <a:pt x="70492" y="160425"/>
                  </a:lnTo>
                  <a:lnTo>
                    <a:pt x="70492" y="165775"/>
                  </a:lnTo>
                  <a:lnTo>
                    <a:pt x="76657" y="165775"/>
                  </a:lnTo>
                  <a:lnTo>
                    <a:pt x="76657" y="160425"/>
                  </a:lnTo>
                  <a:lnTo>
                    <a:pt x="88890" y="160425"/>
                  </a:lnTo>
                  <a:lnTo>
                    <a:pt x="88890" y="165775"/>
                  </a:lnTo>
                  <a:lnTo>
                    <a:pt x="95022" y="165775"/>
                  </a:lnTo>
                  <a:lnTo>
                    <a:pt x="95022" y="160425"/>
                  </a:lnTo>
                  <a:lnTo>
                    <a:pt x="107287" y="160425"/>
                  </a:lnTo>
                  <a:lnTo>
                    <a:pt x="107287" y="165775"/>
                  </a:lnTo>
                  <a:lnTo>
                    <a:pt x="113420" y="165775"/>
                  </a:lnTo>
                  <a:lnTo>
                    <a:pt x="113420" y="160425"/>
                  </a:lnTo>
                  <a:lnTo>
                    <a:pt x="125685" y="160425"/>
                  </a:lnTo>
                  <a:lnTo>
                    <a:pt x="125685" y="165775"/>
                  </a:lnTo>
                  <a:lnTo>
                    <a:pt x="131817" y="165775"/>
                  </a:lnTo>
                  <a:lnTo>
                    <a:pt x="131817" y="160425"/>
                  </a:lnTo>
                  <a:lnTo>
                    <a:pt x="144050" y="160425"/>
                  </a:lnTo>
                  <a:lnTo>
                    <a:pt x="144050" y="165775"/>
                  </a:lnTo>
                  <a:lnTo>
                    <a:pt x="150182" y="165775"/>
                  </a:lnTo>
                  <a:lnTo>
                    <a:pt x="150182" y="160425"/>
                  </a:lnTo>
                  <a:lnTo>
                    <a:pt x="160229" y="160425"/>
                  </a:lnTo>
                  <a:lnTo>
                    <a:pt x="160229" y="150215"/>
                  </a:lnTo>
                  <a:lnTo>
                    <a:pt x="165775" y="150215"/>
                  </a:lnTo>
                  <a:lnTo>
                    <a:pt x="165775" y="144050"/>
                  </a:lnTo>
                  <a:lnTo>
                    <a:pt x="160229" y="144050"/>
                  </a:lnTo>
                  <a:lnTo>
                    <a:pt x="160229" y="131817"/>
                  </a:lnTo>
                  <a:lnTo>
                    <a:pt x="165775" y="131817"/>
                  </a:lnTo>
                  <a:lnTo>
                    <a:pt x="165775" y="125685"/>
                  </a:lnTo>
                  <a:lnTo>
                    <a:pt x="160229" y="125685"/>
                  </a:lnTo>
                  <a:lnTo>
                    <a:pt x="160229" y="113420"/>
                  </a:lnTo>
                  <a:lnTo>
                    <a:pt x="165775" y="113420"/>
                  </a:lnTo>
                  <a:lnTo>
                    <a:pt x="165775" y="107287"/>
                  </a:lnTo>
                  <a:lnTo>
                    <a:pt x="160229" y="107287"/>
                  </a:lnTo>
                  <a:lnTo>
                    <a:pt x="160229" y="95022"/>
                  </a:lnTo>
                  <a:lnTo>
                    <a:pt x="165775" y="95022"/>
                  </a:lnTo>
                  <a:lnTo>
                    <a:pt x="165775" y="88890"/>
                  </a:lnTo>
                  <a:lnTo>
                    <a:pt x="160229" y="88890"/>
                  </a:lnTo>
                  <a:lnTo>
                    <a:pt x="160229" y="76657"/>
                  </a:lnTo>
                  <a:lnTo>
                    <a:pt x="165775" y="76657"/>
                  </a:lnTo>
                  <a:lnTo>
                    <a:pt x="165775" y="70525"/>
                  </a:lnTo>
                  <a:lnTo>
                    <a:pt x="160229" y="70525"/>
                  </a:lnTo>
                  <a:lnTo>
                    <a:pt x="160229" y="58260"/>
                  </a:lnTo>
                  <a:lnTo>
                    <a:pt x="165775" y="58260"/>
                  </a:lnTo>
                  <a:lnTo>
                    <a:pt x="165775" y="52127"/>
                  </a:lnTo>
                  <a:lnTo>
                    <a:pt x="160229" y="52127"/>
                  </a:lnTo>
                  <a:lnTo>
                    <a:pt x="160229" y="39862"/>
                  </a:lnTo>
                  <a:lnTo>
                    <a:pt x="165775" y="39862"/>
                  </a:lnTo>
                  <a:lnTo>
                    <a:pt x="165775" y="33729"/>
                  </a:lnTo>
                  <a:lnTo>
                    <a:pt x="160229" y="33729"/>
                  </a:lnTo>
                  <a:lnTo>
                    <a:pt x="160229" y="21497"/>
                  </a:lnTo>
                  <a:lnTo>
                    <a:pt x="165775" y="21497"/>
                  </a:lnTo>
                  <a:lnTo>
                    <a:pt x="165775" y="15332"/>
                  </a:lnTo>
                  <a:lnTo>
                    <a:pt x="160229" y="15332"/>
                  </a:lnTo>
                  <a:lnTo>
                    <a:pt x="160229" y="6166"/>
                  </a:lnTo>
                  <a:lnTo>
                    <a:pt x="149660" y="6166"/>
                  </a:lnTo>
                  <a:lnTo>
                    <a:pt x="149660" y="0"/>
                  </a:lnTo>
                  <a:lnTo>
                    <a:pt x="143528" y="0"/>
                  </a:lnTo>
                  <a:lnTo>
                    <a:pt x="143528" y="6166"/>
                  </a:lnTo>
                  <a:lnTo>
                    <a:pt x="131263" y="6166"/>
                  </a:lnTo>
                  <a:lnTo>
                    <a:pt x="131263" y="0"/>
                  </a:lnTo>
                  <a:lnTo>
                    <a:pt x="125130" y="0"/>
                  </a:lnTo>
                  <a:lnTo>
                    <a:pt x="125130" y="6166"/>
                  </a:lnTo>
                  <a:lnTo>
                    <a:pt x="112898" y="6166"/>
                  </a:lnTo>
                  <a:lnTo>
                    <a:pt x="112898" y="0"/>
                  </a:lnTo>
                  <a:lnTo>
                    <a:pt x="106733" y="0"/>
                  </a:lnTo>
                  <a:lnTo>
                    <a:pt x="106733" y="6166"/>
                  </a:lnTo>
                  <a:lnTo>
                    <a:pt x="94500" y="6166"/>
                  </a:lnTo>
                  <a:lnTo>
                    <a:pt x="94500" y="0"/>
                  </a:lnTo>
                  <a:lnTo>
                    <a:pt x="88368" y="0"/>
                  </a:lnTo>
                  <a:lnTo>
                    <a:pt x="88368" y="6166"/>
                  </a:lnTo>
                  <a:lnTo>
                    <a:pt x="76103" y="6166"/>
                  </a:lnTo>
                  <a:lnTo>
                    <a:pt x="76103" y="0"/>
                  </a:lnTo>
                  <a:lnTo>
                    <a:pt x="69970" y="0"/>
                  </a:lnTo>
                  <a:lnTo>
                    <a:pt x="69970" y="6166"/>
                  </a:lnTo>
                  <a:lnTo>
                    <a:pt x="57738" y="6166"/>
                  </a:lnTo>
                  <a:lnTo>
                    <a:pt x="57738" y="0"/>
                  </a:lnTo>
                  <a:lnTo>
                    <a:pt x="51572" y="0"/>
                  </a:lnTo>
                  <a:lnTo>
                    <a:pt x="51572" y="6166"/>
                  </a:lnTo>
                  <a:lnTo>
                    <a:pt x="39340" y="6166"/>
                  </a:lnTo>
                  <a:lnTo>
                    <a:pt x="39340" y="0"/>
                  </a:lnTo>
                  <a:lnTo>
                    <a:pt x="33208" y="0"/>
                  </a:lnTo>
                  <a:lnTo>
                    <a:pt x="33208" y="6166"/>
                  </a:lnTo>
                  <a:lnTo>
                    <a:pt x="20942" y="6166"/>
                  </a:lnTo>
                  <a:lnTo>
                    <a:pt x="20942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" name="Google Shape;319;p31"/>
            <p:cNvSpPr/>
            <p:nvPr/>
          </p:nvSpPr>
          <p:spPr>
            <a:xfrm>
              <a:off x="3416100" y="2463600"/>
              <a:ext cx="460775" cy="768225"/>
            </a:xfrm>
            <a:custGeom>
              <a:avLst/>
              <a:gdLst/>
              <a:ahLst/>
              <a:cxnLst/>
              <a:rect l="l" t="t" r="r" b="b"/>
              <a:pathLst>
                <a:path w="18431" h="30729" extrusionOk="0">
                  <a:moveTo>
                    <a:pt x="12298" y="6166"/>
                  </a:moveTo>
                  <a:lnTo>
                    <a:pt x="12298" y="15789"/>
                  </a:lnTo>
                  <a:lnTo>
                    <a:pt x="6166" y="15789"/>
                  </a:lnTo>
                  <a:lnTo>
                    <a:pt x="6166" y="6166"/>
                  </a:lnTo>
                  <a:close/>
                  <a:moveTo>
                    <a:pt x="1" y="1"/>
                  </a:moveTo>
                  <a:lnTo>
                    <a:pt x="1" y="30729"/>
                  </a:lnTo>
                  <a:lnTo>
                    <a:pt x="6166" y="30729"/>
                  </a:lnTo>
                  <a:lnTo>
                    <a:pt x="6166" y="21921"/>
                  </a:lnTo>
                  <a:lnTo>
                    <a:pt x="12298" y="21921"/>
                  </a:lnTo>
                  <a:lnTo>
                    <a:pt x="12298" y="30729"/>
                  </a:lnTo>
                  <a:lnTo>
                    <a:pt x="18431" y="30729"/>
                  </a:lnTo>
                  <a:lnTo>
                    <a:pt x="18431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" name="Google Shape;320;p31"/>
            <p:cNvSpPr/>
            <p:nvPr/>
          </p:nvSpPr>
          <p:spPr>
            <a:xfrm>
              <a:off x="4030175" y="2463600"/>
              <a:ext cx="159050" cy="777200"/>
            </a:xfrm>
            <a:custGeom>
              <a:avLst/>
              <a:gdLst/>
              <a:ahLst/>
              <a:cxnLst/>
              <a:rect l="l" t="t" r="r" b="b"/>
              <a:pathLst>
                <a:path w="6362" h="31088" extrusionOk="0">
                  <a:moveTo>
                    <a:pt x="6166" y="1"/>
                  </a:moveTo>
                  <a:lnTo>
                    <a:pt x="0" y="33"/>
                  </a:lnTo>
                  <a:lnTo>
                    <a:pt x="229" y="31087"/>
                  </a:lnTo>
                  <a:lnTo>
                    <a:pt x="6361" y="31055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" name="Google Shape;321;p31"/>
            <p:cNvSpPr/>
            <p:nvPr/>
          </p:nvSpPr>
          <p:spPr>
            <a:xfrm>
              <a:off x="2098250" y="238125"/>
              <a:ext cx="153350" cy="384100"/>
            </a:xfrm>
            <a:custGeom>
              <a:avLst/>
              <a:gdLst/>
              <a:ahLst/>
              <a:cxnLst/>
              <a:rect l="l" t="t" r="r" b="b"/>
              <a:pathLst>
                <a:path w="6134" h="15364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" name="Google Shape;322;p31"/>
            <p:cNvSpPr/>
            <p:nvPr/>
          </p:nvSpPr>
          <p:spPr>
            <a:xfrm>
              <a:off x="2558200" y="238125"/>
              <a:ext cx="153350" cy="384100"/>
            </a:xfrm>
            <a:custGeom>
              <a:avLst/>
              <a:gdLst/>
              <a:ahLst/>
              <a:cxnLst/>
              <a:rect l="l" t="t" r="r" b="b"/>
              <a:pathLst>
                <a:path w="6134" h="15364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" name="Google Shape;323;p31"/>
            <p:cNvSpPr/>
            <p:nvPr/>
          </p:nvSpPr>
          <p:spPr>
            <a:xfrm>
              <a:off x="3017325" y="238125"/>
              <a:ext cx="154150" cy="384100"/>
            </a:xfrm>
            <a:custGeom>
              <a:avLst/>
              <a:gdLst/>
              <a:ahLst/>
              <a:cxnLst/>
              <a:rect l="l" t="t" r="r" b="b"/>
              <a:pathLst>
                <a:path w="6166" h="15364" extrusionOk="0">
                  <a:moveTo>
                    <a:pt x="0" y="0"/>
                  </a:moveTo>
                  <a:lnTo>
                    <a:pt x="0" y="15364"/>
                  </a:lnTo>
                  <a:lnTo>
                    <a:pt x="6166" y="15364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" name="Google Shape;324;p31"/>
            <p:cNvSpPr/>
            <p:nvPr/>
          </p:nvSpPr>
          <p:spPr>
            <a:xfrm>
              <a:off x="3477275" y="238125"/>
              <a:ext cx="153325" cy="384100"/>
            </a:xfrm>
            <a:custGeom>
              <a:avLst/>
              <a:gdLst/>
              <a:ahLst/>
              <a:cxnLst/>
              <a:rect l="l" t="t" r="r" b="b"/>
              <a:pathLst>
                <a:path w="6133" h="15364" extrusionOk="0">
                  <a:moveTo>
                    <a:pt x="0" y="0"/>
                  </a:moveTo>
                  <a:lnTo>
                    <a:pt x="0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" name="Google Shape;325;p31"/>
            <p:cNvSpPr/>
            <p:nvPr/>
          </p:nvSpPr>
          <p:spPr>
            <a:xfrm>
              <a:off x="3937200" y="238125"/>
              <a:ext cx="153350" cy="384100"/>
            </a:xfrm>
            <a:custGeom>
              <a:avLst/>
              <a:gdLst/>
              <a:ahLst/>
              <a:cxnLst/>
              <a:rect l="l" t="t" r="r" b="b"/>
              <a:pathLst>
                <a:path w="6134" h="15364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" name="Google Shape;326;p31"/>
            <p:cNvSpPr/>
            <p:nvPr/>
          </p:nvSpPr>
          <p:spPr>
            <a:xfrm>
              <a:off x="4396325" y="238125"/>
              <a:ext cx="154150" cy="384100"/>
            </a:xfrm>
            <a:custGeom>
              <a:avLst/>
              <a:gdLst/>
              <a:ahLst/>
              <a:cxnLst/>
              <a:rect l="l" t="t" r="r" b="b"/>
              <a:pathLst>
                <a:path w="6166" h="15364" extrusionOk="0">
                  <a:moveTo>
                    <a:pt x="1" y="0"/>
                  </a:moveTo>
                  <a:lnTo>
                    <a:pt x="1" y="15364"/>
                  </a:lnTo>
                  <a:lnTo>
                    <a:pt x="6166" y="15364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" name="Google Shape;327;p31"/>
            <p:cNvSpPr/>
            <p:nvPr/>
          </p:nvSpPr>
          <p:spPr>
            <a:xfrm>
              <a:off x="4856275" y="238125"/>
              <a:ext cx="153325" cy="384100"/>
            </a:xfrm>
            <a:custGeom>
              <a:avLst/>
              <a:gdLst/>
              <a:ahLst/>
              <a:cxnLst/>
              <a:rect l="l" t="t" r="r" b="b"/>
              <a:pathLst>
                <a:path w="6133" h="15364" extrusionOk="0">
                  <a:moveTo>
                    <a:pt x="0" y="0"/>
                  </a:moveTo>
                  <a:lnTo>
                    <a:pt x="0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" name="Google Shape;328;p31"/>
            <p:cNvSpPr/>
            <p:nvPr/>
          </p:nvSpPr>
          <p:spPr>
            <a:xfrm>
              <a:off x="5316200" y="238125"/>
              <a:ext cx="153350" cy="384100"/>
            </a:xfrm>
            <a:custGeom>
              <a:avLst/>
              <a:gdLst/>
              <a:ahLst/>
              <a:cxnLst/>
              <a:rect l="l" t="t" r="r" b="b"/>
              <a:pathLst>
                <a:path w="6134" h="15364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" name="Google Shape;329;p31"/>
            <p:cNvSpPr/>
            <p:nvPr/>
          </p:nvSpPr>
          <p:spPr>
            <a:xfrm>
              <a:off x="1190625" y="4472975"/>
              <a:ext cx="384100" cy="153350"/>
            </a:xfrm>
            <a:custGeom>
              <a:avLst/>
              <a:gdLst/>
              <a:ahLst/>
              <a:cxnLst/>
              <a:rect l="l" t="t" r="r" b="b"/>
              <a:pathLst>
                <a:path w="15364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" name="Google Shape;330;p31"/>
            <p:cNvSpPr/>
            <p:nvPr/>
          </p:nvSpPr>
          <p:spPr>
            <a:xfrm>
              <a:off x="1190625" y="4013050"/>
              <a:ext cx="384100" cy="153325"/>
            </a:xfrm>
            <a:custGeom>
              <a:avLst/>
              <a:gdLst/>
              <a:ahLst/>
              <a:cxnLst/>
              <a:rect l="l" t="t" r="r" b="b"/>
              <a:pathLst>
                <a:path w="15364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" name="Google Shape;331;p31"/>
            <p:cNvSpPr/>
            <p:nvPr/>
          </p:nvSpPr>
          <p:spPr>
            <a:xfrm>
              <a:off x="1190625" y="3553100"/>
              <a:ext cx="384100" cy="154150"/>
            </a:xfrm>
            <a:custGeom>
              <a:avLst/>
              <a:gdLst/>
              <a:ahLst/>
              <a:cxnLst/>
              <a:rect l="l" t="t" r="r" b="b"/>
              <a:pathLst>
                <a:path w="15364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15364" y="6166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" name="Google Shape;332;p31"/>
            <p:cNvSpPr/>
            <p:nvPr/>
          </p:nvSpPr>
          <p:spPr>
            <a:xfrm>
              <a:off x="1190625" y="3093975"/>
              <a:ext cx="384100" cy="153350"/>
            </a:xfrm>
            <a:custGeom>
              <a:avLst/>
              <a:gdLst/>
              <a:ahLst/>
              <a:cxnLst/>
              <a:rect l="l" t="t" r="r" b="b"/>
              <a:pathLst>
                <a:path w="15364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" name="Google Shape;333;p31"/>
            <p:cNvSpPr/>
            <p:nvPr/>
          </p:nvSpPr>
          <p:spPr>
            <a:xfrm>
              <a:off x="1190625" y="2634050"/>
              <a:ext cx="384100" cy="153325"/>
            </a:xfrm>
            <a:custGeom>
              <a:avLst/>
              <a:gdLst/>
              <a:ahLst/>
              <a:cxnLst/>
              <a:rect l="l" t="t" r="r" b="b"/>
              <a:pathLst>
                <a:path w="15364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" name="Google Shape;334;p31"/>
            <p:cNvSpPr/>
            <p:nvPr/>
          </p:nvSpPr>
          <p:spPr>
            <a:xfrm>
              <a:off x="1190625" y="2174100"/>
              <a:ext cx="384100" cy="154150"/>
            </a:xfrm>
            <a:custGeom>
              <a:avLst/>
              <a:gdLst/>
              <a:ahLst/>
              <a:cxnLst/>
              <a:rect l="l" t="t" r="r" b="b"/>
              <a:pathLst>
                <a:path w="15364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15364" y="6166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" name="Google Shape;335;p31"/>
            <p:cNvSpPr/>
            <p:nvPr/>
          </p:nvSpPr>
          <p:spPr>
            <a:xfrm>
              <a:off x="1190625" y="1714975"/>
              <a:ext cx="384100" cy="153350"/>
            </a:xfrm>
            <a:custGeom>
              <a:avLst/>
              <a:gdLst/>
              <a:ahLst/>
              <a:cxnLst/>
              <a:rect l="l" t="t" r="r" b="b"/>
              <a:pathLst>
                <a:path w="15364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" name="Google Shape;336;p31"/>
            <p:cNvSpPr/>
            <p:nvPr/>
          </p:nvSpPr>
          <p:spPr>
            <a:xfrm>
              <a:off x="1190625" y="1255025"/>
              <a:ext cx="384100" cy="153350"/>
            </a:xfrm>
            <a:custGeom>
              <a:avLst/>
              <a:gdLst/>
              <a:ahLst/>
              <a:cxnLst/>
              <a:rect l="l" t="t" r="r" b="b"/>
              <a:pathLst>
                <a:path w="15364" h="6134" extrusionOk="0">
                  <a:moveTo>
                    <a:pt x="0" y="1"/>
                  </a:moveTo>
                  <a:lnTo>
                    <a:pt x="0" y="6134"/>
                  </a:lnTo>
                  <a:lnTo>
                    <a:pt x="15364" y="6134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" name="Google Shape;337;p31"/>
            <p:cNvSpPr/>
            <p:nvPr/>
          </p:nvSpPr>
          <p:spPr>
            <a:xfrm>
              <a:off x="5329250" y="5073200"/>
              <a:ext cx="154150" cy="384125"/>
            </a:xfrm>
            <a:custGeom>
              <a:avLst/>
              <a:gdLst/>
              <a:ahLst/>
              <a:cxnLst/>
              <a:rect l="l" t="t" r="r" b="b"/>
              <a:pathLst>
                <a:path w="6166" h="15365" extrusionOk="0">
                  <a:moveTo>
                    <a:pt x="1" y="0"/>
                  </a:moveTo>
                  <a:lnTo>
                    <a:pt x="1" y="15364"/>
                  </a:lnTo>
                  <a:lnTo>
                    <a:pt x="6166" y="15364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" name="Google Shape;338;p31"/>
            <p:cNvSpPr/>
            <p:nvPr/>
          </p:nvSpPr>
          <p:spPr>
            <a:xfrm>
              <a:off x="4870125" y="5073200"/>
              <a:ext cx="153350" cy="384125"/>
            </a:xfrm>
            <a:custGeom>
              <a:avLst/>
              <a:gdLst/>
              <a:ahLst/>
              <a:cxnLst/>
              <a:rect l="l" t="t" r="r" b="b"/>
              <a:pathLst>
                <a:path w="6134" h="15365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" name="Google Shape;339;p31"/>
            <p:cNvSpPr/>
            <p:nvPr/>
          </p:nvSpPr>
          <p:spPr>
            <a:xfrm>
              <a:off x="4410200" y="5073200"/>
              <a:ext cx="153325" cy="384125"/>
            </a:xfrm>
            <a:custGeom>
              <a:avLst/>
              <a:gdLst/>
              <a:ahLst/>
              <a:cxnLst/>
              <a:rect l="l" t="t" r="r" b="b"/>
              <a:pathLst>
                <a:path w="6133" h="15365" extrusionOk="0">
                  <a:moveTo>
                    <a:pt x="0" y="0"/>
                  </a:moveTo>
                  <a:lnTo>
                    <a:pt x="0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" name="Google Shape;340;p31"/>
            <p:cNvSpPr/>
            <p:nvPr/>
          </p:nvSpPr>
          <p:spPr>
            <a:xfrm>
              <a:off x="3950250" y="5073200"/>
              <a:ext cx="153350" cy="384125"/>
            </a:xfrm>
            <a:custGeom>
              <a:avLst/>
              <a:gdLst/>
              <a:ahLst/>
              <a:cxnLst/>
              <a:rect l="l" t="t" r="r" b="b"/>
              <a:pathLst>
                <a:path w="6134" h="15365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" name="Google Shape;341;p31"/>
            <p:cNvSpPr/>
            <p:nvPr/>
          </p:nvSpPr>
          <p:spPr>
            <a:xfrm>
              <a:off x="3491125" y="5073200"/>
              <a:ext cx="153350" cy="384125"/>
            </a:xfrm>
            <a:custGeom>
              <a:avLst/>
              <a:gdLst/>
              <a:ahLst/>
              <a:cxnLst/>
              <a:rect l="l" t="t" r="r" b="b"/>
              <a:pathLst>
                <a:path w="6134" h="15365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" name="Google Shape;342;p31"/>
            <p:cNvSpPr/>
            <p:nvPr/>
          </p:nvSpPr>
          <p:spPr>
            <a:xfrm>
              <a:off x="3031200" y="5073200"/>
              <a:ext cx="153325" cy="384125"/>
            </a:xfrm>
            <a:custGeom>
              <a:avLst/>
              <a:gdLst/>
              <a:ahLst/>
              <a:cxnLst/>
              <a:rect l="l" t="t" r="r" b="b"/>
              <a:pathLst>
                <a:path w="6133" h="15365" extrusionOk="0">
                  <a:moveTo>
                    <a:pt x="0" y="0"/>
                  </a:moveTo>
                  <a:lnTo>
                    <a:pt x="0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" name="Google Shape;343;p31"/>
            <p:cNvSpPr/>
            <p:nvPr/>
          </p:nvSpPr>
          <p:spPr>
            <a:xfrm>
              <a:off x="2571250" y="5073200"/>
              <a:ext cx="153325" cy="384125"/>
            </a:xfrm>
            <a:custGeom>
              <a:avLst/>
              <a:gdLst/>
              <a:ahLst/>
              <a:cxnLst/>
              <a:rect l="l" t="t" r="r" b="b"/>
              <a:pathLst>
                <a:path w="6133" h="15365" extrusionOk="0">
                  <a:moveTo>
                    <a:pt x="0" y="0"/>
                  </a:moveTo>
                  <a:lnTo>
                    <a:pt x="0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" name="Google Shape;344;p31"/>
            <p:cNvSpPr/>
            <p:nvPr/>
          </p:nvSpPr>
          <p:spPr>
            <a:xfrm>
              <a:off x="2111300" y="5073200"/>
              <a:ext cx="154150" cy="384125"/>
            </a:xfrm>
            <a:custGeom>
              <a:avLst/>
              <a:gdLst/>
              <a:ahLst/>
              <a:cxnLst/>
              <a:rect l="l" t="t" r="r" b="b"/>
              <a:pathLst>
                <a:path w="6166" h="15365" extrusionOk="0">
                  <a:moveTo>
                    <a:pt x="1" y="0"/>
                  </a:moveTo>
                  <a:lnTo>
                    <a:pt x="1" y="15364"/>
                  </a:lnTo>
                  <a:lnTo>
                    <a:pt x="6166" y="15364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345;p31"/>
            <p:cNvSpPr/>
            <p:nvPr/>
          </p:nvSpPr>
          <p:spPr>
            <a:xfrm>
              <a:off x="6025700" y="1158800"/>
              <a:ext cx="384125" cy="154150"/>
            </a:xfrm>
            <a:custGeom>
              <a:avLst/>
              <a:gdLst/>
              <a:ahLst/>
              <a:cxnLst/>
              <a:rect l="l" t="t" r="r" b="b"/>
              <a:pathLst>
                <a:path w="15365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15364" y="6166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" name="Google Shape;346;p31"/>
            <p:cNvSpPr/>
            <p:nvPr/>
          </p:nvSpPr>
          <p:spPr>
            <a:xfrm>
              <a:off x="6025700" y="1618750"/>
              <a:ext cx="384125" cy="153325"/>
            </a:xfrm>
            <a:custGeom>
              <a:avLst/>
              <a:gdLst/>
              <a:ahLst/>
              <a:cxnLst/>
              <a:rect l="l" t="t" r="r" b="b"/>
              <a:pathLst>
                <a:path w="15365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347;p31"/>
            <p:cNvSpPr/>
            <p:nvPr/>
          </p:nvSpPr>
          <p:spPr>
            <a:xfrm>
              <a:off x="6025700" y="2078700"/>
              <a:ext cx="384125" cy="153325"/>
            </a:xfrm>
            <a:custGeom>
              <a:avLst/>
              <a:gdLst/>
              <a:ahLst/>
              <a:cxnLst/>
              <a:rect l="l" t="t" r="r" b="b"/>
              <a:pathLst>
                <a:path w="15365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348;p31"/>
            <p:cNvSpPr/>
            <p:nvPr/>
          </p:nvSpPr>
          <p:spPr>
            <a:xfrm>
              <a:off x="6025700" y="2538625"/>
              <a:ext cx="384125" cy="153350"/>
            </a:xfrm>
            <a:custGeom>
              <a:avLst/>
              <a:gdLst/>
              <a:ahLst/>
              <a:cxnLst/>
              <a:rect l="l" t="t" r="r" b="b"/>
              <a:pathLst>
                <a:path w="15365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349;p31"/>
            <p:cNvSpPr/>
            <p:nvPr/>
          </p:nvSpPr>
          <p:spPr>
            <a:xfrm>
              <a:off x="6025700" y="2997750"/>
              <a:ext cx="384125" cy="153350"/>
            </a:xfrm>
            <a:custGeom>
              <a:avLst/>
              <a:gdLst/>
              <a:ahLst/>
              <a:cxnLst/>
              <a:rect l="l" t="t" r="r" b="b"/>
              <a:pathLst>
                <a:path w="15365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" name="Google Shape;350;p31"/>
            <p:cNvSpPr/>
            <p:nvPr/>
          </p:nvSpPr>
          <p:spPr>
            <a:xfrm>
              <a:off x="6025700" y="3457700"/>
              <a:ext cx="384125" cy="153325"/>
            </a:xfrm>
            <a:custGeom>
              <a:avLst/>
              <a:gdLst/>
              <a:ahLst/>
              <a:cxnLst/>
              <a:rect l="l" t="t" r="r" b="b"/>
              <a:pathLst>
                <a:path w="15365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" name="Google Shape;351;p31"/>
            <p:cNvSpPr/>
            <p:nvPr/>
          </p:nvSpPr>
          <p:spPr>
            <a:xfrm>
              <a:off x="6025700" y="3917625"/>
              <a:ext cx="384125" cy="153350"/>
            </a:xfrm>
            <a:custGeom>
              <a:avLst/>
              <a:gdLst/>
              <a:ahLst/>
              <a:cxnLst/>
              <a:rect l="l" t="t" r="r" b="b"/>
              <a:pathLst>
                <a:path w="15365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" name="Google Shape;352;p31"/>
            <p:cNvSpPr/>
            <p:nvPr/>
          </p:nvSpPr>
          <p:spPr>
            <a:xfrm>
              <a:off x="6025700" y="4376750"/>
              <a:ext cx="384125" cy="154150"/>
            </a:xfrm>
            <a:custGeom>
              <a:avLst/>
              <a:gdLst/>
              <a:ahLst/>
              <a:cxnLst/>
              <a:rect l="l" t="t" r="r" b="b"/>
              <a:pathLst>
                <a:path w="15365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15364" y="6166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50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3"/>
          <p:cNvSpPr txBox="1">
            <a:spLocks noGrp="1"/>
          </p:cNvSpPr>
          <p:nvPr>
            <p:ph type="title"/>
          </p:nvPr>
        </p:nvSpPr>
        <p:spPr>
          <a:xfrm>
            <a:off x="1960178" y="452645"/>
            <a:ext cx="4897589" cy="583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METODOLOGÍA CRISP DM</a:t>
            </a:r>
            <a:endParaRPr dirty="0"/>
          </a:p>
        </p:txBody>
      </p: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/>
          <p:nvPr/>
        </p:nvCxnSpPr>
        <p:spPr>
          <a:xfrm>
            <a:off x="1972511" y="435546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36866" name="Picture 2" descr="Carrera de Desarrollo de Software en ISIL - Cuotas desde S/ 54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4871" y="280386"/>
            <a:ext cx="1608094" cy="904553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93122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6907A6B-5948-3048-4E59-27D9DD901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6639"/>
            <a:ext cx="9144000" cy="3546475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13773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18C8B75A-0168-D7E8-8A49-FA000BCEE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>
            <a:extLst>
              <a:ext uri="{FF2B5EF4-FFF2-40B4-BE49-F238E27FC236}">
                <a16:creationId xmlns:a16="http://schemas.microsoft.com/office/drawing/2014/main" id="{E7F42EF4-F2F5-CC3C-ADA3-7A19C16F47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ANTERIOR</a:t>
            </a:r>
            <a:endParaRPr sz="4000" dirty="0"/>
          </a:p>
        </p:txBody>
      </p:sp>
      <p:sp>
        <p:nvSpPr>
          <p:cNvPr id="175" name="Google Shape;175;p30">
            <a:extLst>
              <a:ext uri="{FF2B5EF4-FFF2-40B4-BE49-F238E27FC236}">
                <a16:creationId xmlns:a16="http://schemas.microsoft.com/office/drawing/2014/main" id="{A17E38DA-550D-7221-6A6A-C3234E8D3CF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17750" y="3290550"/>
            <a:ext cx="3175216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SzPts val="1300"/>
            </a:pPr>
            <a:r>
              <a:rPr lang="es-ES" dirty="0"/>
              <a:t> -Valores atípicos</a:t>
            </a:r>
            <a:endParaRPr dirty="0"/>
          </a:p>
        </p:txBody>
      </p:sp>
      <p:sp>
        <p:nvSpPr>
          <p:cNvPr id="176" name="Google Shape;176;p30">
            <a:extLst>
              <a:ext uri="{FF2B5EF4-FFF2-40B4-BE49-F238E27FC236}">
                <a16:creationId xmlns:a16="http://schemas.microsoft.com/office/drawing/2014/main" id="{06B06A62-F820-A25F-9CE4-4AD7485FEB1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49169" y="1001125"/>
            <a:ext cx="21297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cxnSp>
        <p:nvCxnSpPr>
          <p:cNvPr id="177" name="Google Shape;177;p30">
            <a:extLst>
              <a:ext uri="{FF2B5EF4-FFF2-40B4-BE49-F238E27FC236}">
                <a16:creationId xmlns:a16="http://schemas.microsoft.com/office/drawing/2014/main" id="{33730BDE-A343-12E0-E2F0-02E8F54F021E}"/>
              </a:ext>
            </a:extLst>
          </p:cNvPr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5C909296-30CD-E37B-10AA-AACF66496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712C3D66-0D95-9F1F-DFF0-F5A9A1D0E945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650674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68985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OUTLIERS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21547" y="1517300"/>
            <a:ext cx="3486779" cy="2713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 </a:t>
            </a:r>
            <a:r>
              <a:rPr lang="es-ES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outlier</a:t>
            </a:r>
            <a:r>
              <a:rPr lang="es-ES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es una observación anormal y extrema en una muestra estadística o serie temporal de datos que puede afectar potencialmente a la estimación de los parámetros del mismo.</a:t>
            </a:r>
          </a:p>
          <a:p>
            <a:pPr algn="just"/>
            <a:endParaRPr lang="es-E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Los valores atípicos pueden ser indicativos de datos que pertenecen a una población diferente del resto de las muestras establecidas.</a:t>
            </a:r>
          </a:p>
        </p:txBody>
      </p:sp>
      <p:pic>
        <p:nvPicPr>
          <p:cNvPr id="2" name="Picture 2" descr="Curso de ESTADESTECA MAL: 3. ¿Tus datos son muy feos? Qué hacer con los  outliers | Fernando Blanco, PhD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04095" y="1073499"/>
            <a:ext cx="5001050" cy="38903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68985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OUTLIERS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21547" y="1517299"/>
            <a:ext cx="3486779" cy="302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 valores atípicos son en ocasiones una cuestión subjetiva, y existen numerosos métodos para clasificarlos. </a:t>
            </a: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 método más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enpleado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por su sencillez y resultados es el </a:t>
            </a:r>
            <a:r>
              <a:rPr lang="es-ES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test de </a:t>
            </a:r>
            <a:r>
              <a:rPr lang="es-ES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Tukey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que toma como referencia la diferencia entre el primer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cuartil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s-ES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"Q1" 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y el tercer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cuartil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s-ES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"Q3", 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 rango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intercuartílico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En un diagrama de caja se considera un valor atípico el que se encuentra 1,5 veces esa distancia de uno de esos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cuartiles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(atípico leve) o a 3 veces esa distancia (atípico extremo).</a:t>
            </a: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36868" name="Picture 4" descr="Diagramas de caj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26772" y="1840052"/>
            <a:ext cx="4835874" cy="23903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68985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OUTLIERS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21547" y="1517299"/>
            <a:ext cx="3486779" cy="302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Para el caso de la distribución normal se considera que un valor es extremo cuando está 3 desviaciones típicas alejado de la media. Dado que la distribución normal tiene 2 colas, tenemos que tener en cuenta de que puede alejarse tanto por el lado negativo como el lado positivo.</a:t>
            </a: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 valores extremos se denominan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outliers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en inglés.</a:t>
            </a:r>
          </a:p>
          <a:p>
            <a:pPr algn="just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 valores internos se denominan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insiders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en inglés.</a:t>
            </a: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38914" name="Picture 2" descr="Identificación de los valores atípico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79147" y="1156346"/>
            <a:ext cx="3125037" cy="1993218"/>
          </a:xfrm>
          <a:prstGeom prst="rect">
            <a:avLst/>
          </a:prstGeom>
          <a:noFill/>
        </p:spPr>
      </p:pic>
      <p:pic>
        <p:nvPicPr>
          <p:cNvPr id="38916" name="Picture 4" descr="Campana de Gauss en formación | mastermba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81786" y="3239337"/>
            <a:ext cx="4062214" cy="19041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18C8B75A-0168-D7E8-8A49-FA000BCEE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>
            <a:extLst>
              <a:ext uri="{FF2B5EF4-FFF2-40B4-BE49-F238E27FC236}">
                <a16:creationId xmlns:a16="http://schemas.microsoft.com/office/drawing/2014/main" id="{E7F42EF4-F2F5-CC3C-ADA3-7A19C16F47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ACTUAL</a:t>
            </a:r>
            <a:endParaRPr sz="4000" dirty="0"/>
          </a:p>
        </p:txBody>
      </p:sp>
      <p:sp>
        <p:nvSpPr>
          <p:cNvPr id="175" name="Google Shape;175;p30">
            <a:extLst>
              <a:ext uri="{FF2B5EF4-FFF2-40B4-BE49-F238E27FC236}">
                <a16:creationId xmlns:a16="http://schemas.microsoft.com/office/drawing/2014/main" id="{A17E38DA-550D-7221-6A6A-C3234E8D3CF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17750" y="3290550"/>
            <a:ext cx="3175216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SzPts val="1300"/>
            </a:pPr>
            <a:r>
              <a:rPr lang="es-ES" dirty="0"/>
              <a:t> -Extracción de Características</a:t>
            </a:r>
          </a:p>
          <a:p>
            <a:pPr marL="146050" lvl="0" indent="0">
              <a:buSzPts val="1300"/>
            </a:pPr>
            <a:r>
              <a:rPr lang="es-ES" dirty="0"/>
              <a:t> -Visualización de Datos</a:t>
            </a:r>
            <a:endParaRPr dirty="0"/>
          </a:p>
        </p:txBody>
      </p:sp>
      <p:sp>
        <p:nvSpPr>
          <p:cNvPr id="176" name="Google Shape;176;p30">
            <a:extLst>
              <a:ext uri="{FF2B5EF4-FFF2-40B4-BE49-F238E27FC236}">
                <a16:creationId xmlns:a16="http://schemas.microsoft.com/office/drawing/2014/main" id="{06B06A62-F820-A25F-9CE4-4AD7485FEB1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49169" y="1001125"/>
            <a:ext cx="21297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cxnSp>
        <p:nvCxnSpPr>
          <p:cNvPr id="177" name="Google Shape;177;p30">
            <a:extLst>
              <a:ext uri="{FF2B5EF4-FFF2-40B4-BE49-F238E27FC236}">
                <a16:creationId xmlns:a16="http://schemas.microsoft.com/office/drawing/2014/main" id="{33730BDE-A343-12E0-E2F0-02E8F54F021E}"/>
              </a:ext>
            </a:extLst>
          </p:cNvPr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5C909296-30CD-E37B-10AA-AACF66496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712C3D66-0D95-9F1F-DFF0-F5A9A1D0E945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2028857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68985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Visualización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Datos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21547" y="1517299"/>
            <a:ext cx="3486779" cy="302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visualización de datos 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es la representación gráfica de información y datos. Al utilizar elementos visuales como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cuadros, gráficos y mapas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las herramientas de visualización de datos proporcionan una manera accesible de ver y comprender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tendencias, valores atípicos y patrones en los datos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 l="27918" t="311"/>
          <a:stretch>
            <a:fillRect/>
          </a:stretch>
        </p:blipFill>
        <p:spPr bwMode="auto">
          <a:xfrm>
            <a:off x="4202666" y="1557493"/>
            <a:ext cx="4592820" cy="3304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68985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Visualización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Datos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21547" y="1517299"/>
            <a:ext cx="3486779" cy="302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 el mundo de los negocios, las herramientas y tecnologías de visualización de datos son esenciales para analizar grandes cantidades de información y tomar decisiones basadas en los datos.</a:t>
            </a: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57304" y="1723345"/>
            <a:ext cx="4963340" cy="2768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68985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Visualización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Datos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07975" y="1425216"/>
            <a:ext cx="3486779" cy="302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Existen numerosas herramientas para la visualización y el análisis de datos. Van desde lo simple a lo complejo, desde lo intuitivo a lo obtuso. No todas las herramientas son adecuadas para todas las personas que buscan aprender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técnicas de visualización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y no todas las herramientas pueden escalarse para los fines del sector o la empresa.</a:t>
            </a: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94838" y="1684826"/>
            <a:ext cx="4997925" cy="25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68985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Visualización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Datos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61740" y="1266090"/>
            <a:ext cx="6933363" cy="53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 continuación, se muestran algunas formas de visualización de datos</a:t>
            </a: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5122" name="Picture 2" descr="Seis consejos para optimizar la visualización de datos en las empresa |  Gobierno IT | HayCanal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71910" y="1784419"/>
            <a:ext cx="6245225" cy="29491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68985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ETL(Extract, Transform and Loading)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21547" y="1507250"/>
            <a:ext cx="3064747" cy="53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ETL es un tipo de integración de datos que hace referencia a los tres pasos (extraer, transformar, cargar) que se utilizan para mezclar datos de múltiples fuentes. Se utiliza a menudo para construir un almacén de datos. </a:t>
            </a: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47106" name="Picture 2" descr="Qué son los procesos ETL? - Tableau Peru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72309" y="1577590"/>
            <a:ext cx="3336227" cy="333622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763001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Determinación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Clases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para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datos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agrupados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78522" y="1555926"/>
            <a:ext cx="3970948" cy="53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Cuando los datos contienen una gran cantidad de elementos, para facilitar los cálculos es necesario agruparlos, a estos grupos se los llama </a:t>
            </a:r>
            <a:r>
              <a:rPr lang="es-ES" sz="18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intervalos o clases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Un intervalo es una serie de números incluidos entre dos extremos, así por ejemplo, el </a:t>
            </a:r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intervalo 8.2 – 15.5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está formado por números entre </a:t>
            </a:r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 límite inferior 8.2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y </a:t>
            </a:r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 límite superior 15.5</a:t>
            </a:r>
            <a:r>
              <a:rPr lang="es-ES" sz="18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  <a:endParaRPr lang="es-ES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569294C-2C4E-E6C9-ACEF-DFEEC3F0D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532" y="1630661"/>
            <a:ext cx="3830776" cy="298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34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763001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Determinación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Clases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para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datos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agrupados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78522" y="1510267"/>
            <a:ext cx="8191047" cy="53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Las reglas generales para determinar distribuciones de frecuencias para  datos agrupados en intervalos son:</a:t>
            </a:r>
          </a:p>
          <a:p>
            <a:pPr algn="just"/>
            <a:endParaRPr lang="es-ES" sz="18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1.- </a:t>
            </a:r>
            <a:r>
              <a:rPr lang="es-ES" sz="18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Calcular el Rango (R).-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También se llama recorrido o amplitud total. Es a diferencia entre el valor mayor y el menor de los datos.</a:t>
            </a:r>
            <a:endParaRPr lang="es-ES" sz="18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8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508E0BF-7862-8FB5-BE04-42D41F189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611" y="3452849"/>
            <a:ext cx="3238778" cy="827125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4049479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763001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Determinación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Clases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para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datos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agrupados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78522" y="1510267"/>
            <a:ext cx="8191047" cy="53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2.- </a:t>
            </a:r>
            <a:r>
              <a:rPr lang="es-ES" sz="18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Seleccionar el Número de Intervalos de Clase (ni).-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 debe ser menor de 5 y mayor de 12, ya que un número mayor o menor de clase podría afectar el comportamiento de los datos. Para calcular el número de intervalos se aplica la </a:t>
            </a:r>
            <a:r>
              <a:rPr lang="es-ES" sz="18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regla de Sturges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(Donde “</a:t>
            </a:r>
            <a:r>
              <a:rPr lang="es-ES" sz="18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n”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el tamaño de la muestra.):</a:t>
            </a:r>
            <a:endParaRPr lang="es-ES" sz="18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8E6697E-FB64-28E8-9BC7-49B6CEE8F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764" y="3100669"/>
            <a:ext cx="4130471" cy="838285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798494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763001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Determinación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Clases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para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datos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agrupados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78522" y="1510267"/>
            <a:ext cx="8191047" cy="53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3.- </a:t>
            </a:r>
            <a:r>
              <a:rPr lang="es-ES" sz="18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Calcular el Ancho del Intervalo ( i ).-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obtiene dividiendo el Rango (R) entre el número de intervalos (ni).</a:t>
            </a:r>
            <a:endParaRPr lang="es-ES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292010C-6E83-FFA7-0ED0-4C9B69A72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6619" y="2571750"/>
            <a:ext cx="1317810" cy="1317810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4011576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1" y="827322"/>
            <a:ext cx="728837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5</a:t>
            </a:r>
            <a:r>
              <a:rPr lang="en-US" sz="3000" b="1" dirty="0">
                <a:solidFill>
                  <a:schemeClr val="tx2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(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Extracción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Características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393701" y="1567023"/>
            <a:ext cx="8662473" cy="3268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Crear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nuevo con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nombre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Actividad 5 (Extracción de Características).</a:t>
            </a: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Agregar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extendido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tu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ciudad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seleccionada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“Ciudad.csv” (Depurados de valores nulos y valores atípicos)</a:t>
            </a:r>
            <a:endParaRPr lang="de-DE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Extraer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características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estadísticas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partir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un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análisis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univariado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diferentes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variables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categóricas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(10) del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“Ciudad.csv”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Mostrar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resultados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obtenidos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,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mediante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gráficas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tablas</a:t>
            </a:r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Categorizar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siguientes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variables del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“Ciudad.csv”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n-US" sz="1600" i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”Price”, “</a:t>
            </a:r>
            <a:r>
              <a:rPr lang="en-US" sz="1600" i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hosts_time_as_user_years</a:t>
            </a:r>
            <a:r>
              <a:rPr lang="en-US" sz="1600" i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”, “</a:t>
            </a:r>
            <a:r>
              <a:rPr lang="en-US" sz="1600" i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hosts_time_as_user_months</a:t>
            </a:r>
            <a:r>
              <a:rPr lang="en-US" sz="1600" i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”, “</a:t>
            </a:r>
            <a:r>
              <a:rPr lang="en-US" sz="1600" i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hosts_time_as_host_years</a:t>
            </a:r>
            <a:r>
              <a:rPr lang="en-US" sz="1600" i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”, “</a:t>
            </a:r>
            <a:r>
              <a:rPr lang="en-US" sz="1600" i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host_listings_count</a:t>
            </a:r>
            <a:r>
              <a:rPr lang="en-US" sz="1600" i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”, “accommodates”, “bathrooms”, “availability_365”, “</a:t>
            </a:r>
            <a:r>
              <a:rPr lang="en-US" sz="1600" i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number_of_reviews</a:t>
            </a:r>
            <a:r>
              <a:rPr lang="en-US" sz="1600" i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”, “</a:t>
            </a:r>
            <a:r>
              <a:rPr lang="en-US" sz="1600" i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review_scores_value</a:t>
            </a:r>
            <a:r>
              <a:rPr lang="en-US" sz="1600" i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aplicando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regla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Sturges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desplegar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gráfico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frecuencias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categorías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obtenidas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2868907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762834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5</a:t>
            </a:r>
            <a:r>
              <a:rPr lang="en-US" sz="3000" b="1" dirty="0">
                <a:solidFill>
                  <a:schemeClr val="tx2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(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Extracción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Características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378522" y="1400022"/>
            <a:ext cx="8662473" cy="3268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5.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Crear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Google COLAB o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Visual Studio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respaldarlo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GitHub, 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y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agregar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.doc o .pdf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general del análisis que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reporte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hallazgos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obtenidos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6.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Subir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link del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CANVAS para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525002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68;p46"/>
          <p:cNvSpPr txBox="1">
            <a:spLocks/>
          </p:cNvSpPr>
          <p:nvPr/>
        </p:nvSpPr>
        <p:spPr>
          <a:xfrm>
            <a:off x="2562175" y="725400"/>
            <a:ext cx="4020000" cy="1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s-ES" dirty="0"/>
              <a:t>Fin de la Sesión</a:t>
            </a:r>
          </a:p>
        </p:txBody>
      </p:sp>
      <p:sp>
        <p:nvSpPr>
          <p:cNvPr id="7" name="Google Shape;1769;p46"/>
          <p:cNvSpPr txBox="1">
            <a:spLocks/>
          </p:cNvSpPr>
          <p:nvPr/>
        </p:nvSpPr>
        <p:spPr>
          <a:xfrm>
            <a:off x="2561975" y="2105100"/>
            <a:ext cx="4020000" cy="1203900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Fira Sans Condensed Light"/>
              <a:buAutoNum type="arabicPeriod"/>
              <a:defRPr sz="13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Preguntas?</a:t>
            </a:r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>
                <a:hlinkClick r:id="rId4"/>
              </a:rPr>
              <a:t>Alfredo.garcias@tec.mx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https://itesm.zoom.us/my/alfredo.garcia</a:t>
            </a:r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 </a:t>
            </a:r>
          </a:p>
        </p:txBody>
      </p:sp>
      <p:grpSp>
        <p:nvGrpSpPr>
          <p:cNvPr id="8" name="Google Shape;1771;p46"/>
          <p:cNvGrpSpPr/>
          <p:nvPr/>
        </p:nvGrpSpPr>
        <p:grpSpPr>
          <a:xfrm>
            <a:off x="3914560" y="3451633"/>
            <a:ext cx="268782" cy="268485"/>
            <a:chOff x="3303268" y="3817349"/>
            <a:chExt cx="346056" cy="345674"/>
          </a:xfrm>
        </p:grpSpPr>
        <p:sp>
          <p:nvSpPr>
            <p:cNvPr id="9" name="Google Shape;1772;p46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73;p46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74;p46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75;p46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776;p46"/>
          <p:cNvGrpSpPr/>
          <p:nvPr/>
        </p:nvGrpSpPr>
        <p:grpSpPr>
          <a:xfrm>
            <a:off x="4263368" y="3451633"/>
            <a:ext cx="268782" cy="268485"/>
            <a:chOff x="3752358" y="3817349"/>
            <a:chExt cx="346056" cy="345674"/>
          </a:xfrm>
        </p:grpSpPr>
        <p:sp>
          <p:nvSpPr>
            <p:cNvPr id="14" name="Google Shape;1777;p46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78;p46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79;p46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80;p46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781;p46"/>
          <p:cNvGrpSpPr/>
          <p:nvPr/>
        </p:nvGrpSpPr>
        <p:grpSpPr>
          <a:xfrm>
            <a:off x="4612176" y="3451633"/>
            <a:ext cx="268757" cy="268485"/>
            <a:chOff x="4201447" y="3817349"/>
            <a:chExt cx="346024" cy="345674"/>
          </a:xfrm>
        </p:grpSpPr>
        <p:sp>
          <p:nvSpPr>
            <p:cNvPr id="19" name="Google Shape;1782;p46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83;p46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1784;p46"/>
          <p:cNvGrpSpPr/>
          <p:nvPr/>
        </p:nvGrpSpPr>
        <p:grpSpPr>
          <a:xfrm>
            <a:off x="4960939" y="3451633"/>
            <a:ext cx="268460" cy="268485"/>
            <a:chOff x="5549861" y="3817349"/>
            <a:chExt cx="345642" cy="345674"/>
          </a:xfrm>
        </p:grpSpPr>
        <p:sp>
          <p:nvSpPr>
            <p:cNvPr id="22" name="Google Shape;1785;p46"/>
            <p:cNvSpPr/>
            <p:nvPr/>
          </p:nvSpPr>
          <p:spPr>
            <a:xfrm>
              <a:off x="5549861" y="3817349"/>
              <a:ext cx="345642" cy="345674"/>
            </a:xfrm>
            <a:custGeom>
              <a:avLst/>
              <a:gdLst/>
              <a:ahLst/>
              <a:cxnLst/>
              <a:rect l="l" t="t" r="r" b="b"/>
              <a:pathLst>
                <a:path w="10859" h="10860" extrusionOk="0">
                  <a:moveTo>
                    <a:pt x="5429" y="334"/>
                  </a:moveTo>
                  <a:cubicBezTo>
                    <a:pt x="8239" y="334"/>
                    <a:pt x="10513" y="2608"/>
                    <a:pt x="10513" y="5430"/>
                  </a:cubicBezTo>
                  <a:cubicBezTo>
                    <a:pt x="10513" y="8240"/>
                    <a:pt x="8227" y="10514"/>
                    <a:pt x="5429" y="10514"/>
                  </a:cubicBezTo>
                  <a:cubicBezTo>
                    <a:pt x="2619" y="10514"/>
                    <a:pt x="333" y="8240"/>
                    <a:pt x="333" y="5430"/>
                  </a:cubicBezTo>
                  <a:cubicBezTo>
                    <a:pt x="333" y="2608"/>
                    <a:pt x="2619" y="334"/>
                    <a:pt x="5429" y="334"/>
                  </a:cubicBezTo>
                  <a:close/>
                  <a:moveTo>
                    <a:pt x="5429" y="1"/>
                  </a:moveTo>
                  <a:cubicBezTo>
                    <a:pt x="3989" y="1"/>
                    <a:pt x="2619" y="560"/>
                    <a:pt x="1584" y="1584"/>
                  </a:cubicBezTo>
                  <a:cubicBezTo>
                    <a:pt x="560" y="2620"/>
                    <a:pt x="0" y="3989"/>
                    <a:pt x="0" y="5430"/>
                  </a:cubicBezTo>
                  <a:cubicBezTo>
                    <a:pt x="0" y="6871"/>
                    <a:pt x="560" y="8240"/>
                    <a:pt x="1584" y="9264"/>
                  </a:cubicBezTo>
                  <a:cubicBezTo>
                    <a:pt x="2619" y="10300"/>
                    <a:pt x="3989" y="10859"/>
                    <a:pt x="5429" y="10859"/>
                  </a:cubicBezTo>
                  <a:cubicBezTo>
                    <a:pt x="6870" y="10859"/>
                    <a:pt x="8239" y="10300"/>
                    <a:pt x="9263" y="9264"/>
                  </a:cubicBezTo>
                  <a:cubicBezTo>
                    <a:pt x="10299" y="8240"/>
                    <a:pt x="10859" y="6871"/>
                    <a:pt x="10859" y="5430"/>
                  </a:cubicBezTo>
                  <a:cubicBezTo>
                    <a:pt x="10859" y="3989"/>
                    <a:pt x="10299" y="2620"/>
                    <a:pt x="9263" y="1584"/>
                  </a:cubicBezTo>
                  <a:cubicBezTo>
                    <a:pt x="8239" y="560"/>
                    <a:pt x="6870" y="1"/>
                    <a:pt x="542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86;p46"/>
            <p:cNvSpPr/>
            <p:nvPr/>
          </p:nvSpPr>
          <p:spPr>
            <a:xfrm>
              <a:off x="5590763" y="3890208"/>
              <a:ext cx="262661" cy="200052"/>
            </a:xfrm>
            <a:custGeom>
              <a:avLst/>
              <a:gdLst/>
              <a:ahLst/>
              <a:cxnLst/>
              <a:rect l="l" t="t" r="r" b="b"/>
              <a:pathLst>
                <a:path w="8252" h="6285" extrusionOk="0">
                  <a:moveTo>
                    <a:pt x="4123" y="1"/>
                  </a:moveTo>
                  <a:cubicBezTo>
                    <a:pt x="3010" y="1"/>
                    <a:pt x="1900" y="63"/>
                    <a:pt x="799" y="188"/>
                  </a:cubicBezTo>
                  <a:cubicBezTo>
                    <a:pt x="513" y="224"/>
                    <a:pt x="287" y="450"/>
                    <a:pt x="239" y="712"/>
                  </a:cubicBezTo>
                  <a:cubicBezTo>
                    <a:pt x="1" y="2319"/>
                    <a:pt x="1" y="3963"/>
                    <a:pt x="239" y="5570"/>
                  </a:cubicBezTo>
                  <a:cubicBezTo>
                    <a:pt x="287" y="5844"/>
                    <a:pt x="513" y="6058"/>
                    <a:pt x="799" y="6082"/>
                  </a:cubicBezTo>
                  <a:cubicBezTo>
                    <a:pt x="1894" y="6201"/>
                    <a:pt x="3013" y="6284"/>
                    <a:pt x="4132" y="6284"/>
                  </a:cubicBezTo>
                  <a:cubicBezTo>
                    <a:pt x="4609" y="6284"/>
                    <a:pt x="5085" y="6260"/>
                    <a:pt x="5561" y="6249"/>
                  </a:cubicBezTo>
                  <a:cubicBezTo>
                    <a:pt x="5644" y="6249"/>
                    <a:pt x="5716" y="6177"/>
                    <a:pt x="5716" y="6070"/>
                  </a:cubicBezTo>
                  <a:cubicBezTo>
                    <a:pt x="5716" y="5963"/>
                    <a:pt x="5633" y="5891"/>
                    <a:pt x="5537" y="5891"/>
                  </a:cubicBezTo>
                  <a:cubicBezTo>
                    <a:pt x="5051" y="5914"/>
                    <a:pt x="4564" y="5925"/>
                    <a:pt x="4076" y="5925"/>
                  </a:cubicBezTo>
                  <a:cubicBezTo>
                    <a:pt x="2998" y="5925"/>
                    <a:pt x="1916" y="5868"/>
                    <a:pt x="834" y="5737"/>
                  </a:cubicBezTo>
                  <a:cubicBezTo>
                    <a:pt x="715" y="5725"/>
                    <a:pt x="620" y="5641"/>
                    <a:pt x="596" y="5498"/>
                  </a:cubicBezTo>
                  <a:cubicBezTo>
                    <a:pt x="382" y="3927"/>
                    <a:pt x="382" y="2319"/>
                    <a:pt x="596" y="736"/>
                  </a:cubicBezTo>
                  <a:cubicBezTo>
                    <a:pt x="620" y="617"/>
                    <a:pt x="715" y="522"/>
                    <a:pt x="834" y="498"/>
                  </a:cubicBezTo>
                  <a:cubicBezTo>
                    <a:pt x="1942" y="379"/>
                    <a:pt x="3037" y="319"/>
                    <a:pt x="4144" y="319"/>
                  </a:cubicBezTo>
                  <a:cubicBezTo>
                    <a:pt x="5240" y="319"/>
                    <a:pt x="6347" y="379"/>
                    <a:pt x="7442" y="498"/>
                  </a:cubicBezTo>
                  <a:cubicBezTo>
                    <a:pt x="7561" y="522"/>
                    <a:pt x="7669" y="605"/>
                    <a:pt x="7680" y="736"/>
                  </a:cubicBezTo>
                  <a:cubicBezTo>
                    <a:pt x="7907" y="2319"/>
                    <a:pt x="7907" y="3927"/>
                    <a:pt x="7680" y="5498"/>
                  </a:cubicBezTo>
                  <a:cubicBezTo>
                    <a:pt x="7669" y="5617"/>
                    <a:pt x="7561" y="5725"/>
                    <a:pt x="7442" y="5737"/>
                  </a:cubicBezTo>
                  <a:cubicBezTo>
                    <a:pt x="7085" y="5784"/>
                    <a:pt x="6752" y="5820"/>
                    <a:pt x="6395" y="5844"/>
                  </a:cubicBezTo>
                  <a:cubicBezTo>
                    <a:pt x="6299" y="5844"/>
                    <a:pt x="6228" y="5927"/>
                    <a:pt x="6228" y="6010"/>
                  </a:cubicBezTo>
                  <a:cubicBezTo>
                    <a:pt x="6228" y="6110"/>
                    <a:pt x="6299" y="6178"/>
                    <a:pt x="6386" y="6178"/>
                  </a:cubicBezTo>
                  <a:cubicBezTo>
                    <a:pt x="6393" y="6178"/>
                    <a:pt x="6399" y="6178"/>
                    <a:pt x="6406" y="6177"/>
                  </a:cubicBezTo>
                  <a:cubicBezTo>
                    <a:pt x="6764" y="6141"/>
                    <a:pt x="7121" y="6118"/>
                    <a:pt x="7478" y="6070"/>
                  </a:cubicBezTo>
                  <a:cubicBezTo>
                    <a:pt x="7764" y="6034"/>
                    <a:pt x="7978" y="5820"/>
                    <a:pt x="8026" y="5546"/>
                  </a:cubicBezTo>
                  <a:cubicBezTo>
                    <a:pt x="8252" y="3963"/>
                    <a:pt x="8252" y="2319"/>
                    <a:pt x="8014" y="712"/>
                  </a:cubicBezTo>
                  <a:cubicBezTo>
                    <a:pt x="7966" y="426"/>
                    <a:pt x="7740" y="224"/>
                    <a:pt x="7466" y="188"/>
                  </a:cubicBezTo>
                  <a:cubicBezTo>
                    <a:pt x="6353" y="63"/>
                    <a:pt x="5237" y="1"/>
                    <a:pt x="41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87;p46"/>
            <p:cNvSpPr/>
            <p:nvPr/>
          </p:nvSpPr>
          <p:spPr>
            <a:xfrm>
              <a:off x="5680587" y="3935024"/>
              <a:ext cx="105389" cy="110514"/>
            </a:xfrm>
            <a:custGeom>
              <a:avLst/>
              <a:gdLst/>
              <a:ahLst/>
              <a:cxnLst/>
              <a:rect l="l" t="t" r="r" b="b"/>
              <a:pathLst>
                <a:path w="3311" h="3472" extrusionOk="0">
                  <a:moveTo>
                    <a:pt x="334" y="447"/>
                  </a:moveTo>
                  <a:lnTo>
                    <a:pt x="2763" y="1733"/>
                  </a:lnTo>
                  <a:lnTo>
                    <a:pt x="334" y="3007"/>
                  </a:lnTo>
                  <a:lnTo>
                    <a:pt x="334" y="447"/>
                  </a:lnTo>
                  <a:close/>
                  <a:moveTo>
                    <a:pt x="163" y="1"/>
                  </a:moveTo>
                  <a:cubicBezTo>
                    <a:pt x="135" y="1"/>
                    <a:pt x="108" y="7"/>
                    <a:pt x="84" y="18"/>
                  </a:cubicBezTo>
                  <a:cubicBezTo>
                    <a:pt x="36" y="54"/>
                    <a:pt x="1" y="114"/>
                    <a:pt x="1" y="173"/>
                  </a:cubicBezTo>
                  <a:lnTo>
                    <a:pt x="1" y="3293"/>
                  </a:lnTo>
                  <a:cubicBezTo>
                    <a:pt x="1" y="3352"/>
                    <a:pt x="24" y="3412"/>
                    <a:pt x="84" y="3447"/>
                  </a:cubicBezTo>
                  <a:cubicBezTo>
                    <a:pt x="120" y="3459"/>
                    <a:pt x="144" y="3471"/>
                    <a:pt x="179" y="3471"/>
                  </a:cubicBezTo>
                  <a:cubicBezTo>
                    <a:pt x="203" y="3471"/>
                    <a:pt x="239" y="3471"/>
                    <a:pt x="251" y="3459"/>
                  </a:cubicBezTo>
                  <a:lnTo>
                    <a:pt x="3227" y="1900"/>
                  </a:lnTo>
                  <a:cubicBezTo>
                    <a:pt x="3287" y="1864"/>
                    <a:pt x="3311" y="1804"/>
                    <a:pt x="3311" y="1745"/>
                  </a:cubicBezTo>
                  <a:cubicBezTo>
                    <a:pt x="3311" y="1673"/>
                    <a:pt x="3287" y="1614"/>
                    <a:pt x="3227" y="1578"/>
                  </a:cubicBezTo>
                  <a:lnTo>
                    <a:pt x="251" y="18"/>
                  </a:lnTo>
                  <a:cubicBezTo>
                    <a:pt x="221" y="7"/>
                    <a:pt x="191" y="1"/>
                    <a:pt x="1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tabLst/>
              <a:defRPr/>
            </a:pP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3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  <a:b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3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Tech Agency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18701</TotalTime>
  <Words>1264</Words>
  <Application>Microsoft Office PowerPoint</Application>
  <PresentationFormat>Presentación en pantalla (16:9)</PresentationFormat>
  <Paragraphs>163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Anton</vt:lpstr>
      <vt:lpstr>Arial</vt:lpstr>
      <vt:lpstr>Advent Pro Light</vt:lpstr>
      <vt:lpstr>Rajdhani</vt:lpstr>
      <vt:lpstr>Fira Sans Condensed Light</vt:lpstr>
      <vt:lpstr>Ai Tech Agency by Slidesgo</vt:lpstr>
      <vt:lpstr>Presentación de PowerPoint</vt:lpstr>
      <vt:lpstr>Bienvenida</vt:lpstr>
      <vt:lpstr>Presentación de PowerPoint</vt:lpstr>
      <vt:lpstr>ANALÍTICA DE DATOS</vt:lpstr>
      <vt:lpstr>METODOLOGÍA CRISP DM</vt:lpstr>
      <vt:lpstr>CLASE ANTERIOR</vt:lpstr>
      <vt:lpstr>Presentación de PowerPoint</vt:lpstr>
      <vt:lpstr>Presentación de PowerPoint</vt:lpstr>
      <vt:lpstr>Presentación de PowerPoint</vt:lpstr>
      <vt:lpstr>CLASE ACTUAL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DOCTORAL</dc:title>
  <dc:creator>Alfredo Garcia</dc:creator>
  <cp:lastModifiedBy>Alfredo Garcia Suarez</cp:lastModifiedBy>
  <cp:revision>286</cp:revision>
  <dcterms:modified xsi:type="dcterms:W3CDTF">2026-09-01T00:40:15Z</dcterms:modified>
</cp:coreProperties>
</file>